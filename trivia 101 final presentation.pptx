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4"/>
  </p:sldMasterIdLst>
  <p:notesMasterIdLst>
    <p:notesMasterId r:id="rId13"/>
  </p:notesMasterIdLst>
  <p:handoutMasterIdLst>
    <p:handoutMasterId r:id="rId14"/>
  </p:handoutMasterIdLst>
  <p:sldIdLst>
    <p:sldId id="278" r:id="rId5"/>
    <p:sldId id="279" r:id="rId6"/>
    <p:sldId id="280" r:id="rId7"/>
    <p:sldId id="286" r:id="rId8"/>
    <p:sldId id="281" r:id="rId9"/>
    <p:sldId id="284" r:id="rId10"/>
    <p:sldId id="282" r:id="rId11"/>
    <p:sldId id="285" r:id="rId12"/>
  </p:sldIdLst>
  <p:sldSz cx="12192000" cy="6858000"/>
  <p:notesSz cx="13716000" cy="2438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userDrawn="1">
          <p15:clr>
            <a:srgbClr val="A4A3A4"/>
          </p15:clr>
        </p15:guide>
        <p15:guide id="2" pos="456" userDrawn="1">
          <p15:clr>
            <a:srgbClr val="A4A3A4"/>
          </p15:clr>
        </p15:guide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pos="2136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8" orient="horz" pos="1152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0" orient="horz" pos="1512" userDrawn="1">
          <p15:clr>
            <a:srgbClr val="A4A3A4"/>
          </p15:clr>
        </p15:guide>
        <p15:guide id="11" pos="7680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3" pos="1008" userDrawn="1">
          <p15:clr>
            <a:srgbClr val="A4A3A4"/>
          </p15:clr>
        </p15:guide>
        <p15:guide id="14" pos="1584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4" orient="horz" pos="960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DA37D80-6434-44D0-A028-1B22A696006F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09" autoAdjust="0"/>
  </p:normalViewPr>
  <p:slideViewPr>
    <p:cSldViewPr snapToGrid="0" snapToObjects="1">
      <p:cViewPr>
        <p:scale>
          <a:sx n="100" d="100"/>
          <a:sy n="100" d="100"/>
        </p:scale>
        <p:origin x="174" y="-342"/>
      </p:cViewPr>
      <p:guideLst>
        <p:guide/>
        <p:guide pos="456"/>
        <p:guide orient="horz" pos="2616"/>
        <p:guide orient="horz" pos="3264"/>
        <p:guide pos="6912"/>
        <p:guide orient="horz" pos="2136"/>
        <p:guide orient="horz" pos="4008"/>
        <p:guide orient="horz" pos="1152"/>
        <p:guide orient="horz" pos="2352"/>
        <p:guide orient="horz" pos="1512"/>
        <p:guide pos="7680"/>
        <p:guide pos="6696"/>
        <p:guide pos="1008"/>
        <p:guide pos="1584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orient="horz" pos="960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4" d="100"/>
          <a:sy n="24" d="100"/>
        </p:scale>
        <p:origin x="3475" y="125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D42D35-0463-4920-BEF7-2B88080E67A2}" type="datetimeFigureOut">
              <a:rPr lang="en-US" smtClean="0"/>
              <a:t>10/31/2023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926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203E3-7907-6E86-D5F7-80CE6FEA2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89F2C2-4534-11CC-1421-096702C2C1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786F7-6BCC-850E-BB84-6B462C75A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7005D-21AD-4629-67B9-C3128F42C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13FF1-458C-B015-BC83-C357A9657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8F80AB1-E732-763A-AA0D-3B6460B05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00201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F4FFBDD-56B5-164A-C531-D49D6948F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795588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40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07EE6-84D7-1399-92C2-9FFE87FBA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3A8E8-B92A-F91B-4347-91B6E2BD7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6BECC-2AC5-5752-C07F-0584E8FC6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121EC-4992-3411-1994-2925653F9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F70821-CC88-194E-0722-79F948AF1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406925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AD874-EFA5-06F8-C4C2-BDDBB096F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C2E37-3FE8-4C4C-1438-1B02D7EC6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F2D5A-3BE4-FD8D-21BC-070DF6775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9CC59-C6B8-5478-4C68-6CDD44BF4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DEF4D-79D7-4EE0-0A0E-81D87E3DC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2D3AD4F-8AB1-B17B-D255-B663B1444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062836" y="686475"/>
            <a:ext cx="7774629" cy="6193018"/>
          </a:xfrm>
          <a:custGeom>
            <a:avLst/>
            <a:gdLst>
              <a:gd name="connsiteX0" fmla="*/ 3887320 w 7774629"/>
              <a:gd name="connsiteY0" fmla="*/ 0 h 6193018"/>
              <a:gd name="connsiteX1" fmla="*/ 7774629 w 7774629"/>
              <a:gd name="connsiteY1" fmla="*/ 3884811 h 6193018"/>
              <a:gd name="connsiteX2" fmla="*/ 7774629 w 7774629"/>
              <a:gd name="connsiteY2" fmla="*/ 6193018 h 6193018"/>
              <a:gd name="connsiteX3" fmla="*/ 0 w 7774629"/>
              <a:gd name="connsiteY3" fmla="*/ 6193018 h 6193018"/>
              <a:gd name="connsiteX4" fmla="*/ 0 w 7774629"/>
              <a:gd name="connsiteY4" fmla="*/ 3884811 h 6193018"/>
              <a:gd name="connsiteX5" fmla="*/ 3887320 w 7774629"/>
              <a:gd name="connsiteY5" fmla="*/ 0 h 6193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74629" h="6193018">
                <a:moveTo>
                  <a:pt x="3887320" y="0"/>
                </a:moveTo>
                <a:cubicBezTo>
                  <a:pt x="6034243" y="0"/>
                  <a:pt x="7774629" y="1739299"/>
                  <a:pt x="7774629" y="3884811"/>
                </a:cubicBezTo>
                <a:lnTo>
                  <a:pt x="7774629" y="6193018"/>
                </a:lnTo>
                <a:lnTo>
                  <a:pt x="0" y="6193018"/>
                </a:lnTo>
                <a:lnTo>
                  <a:pt x="0" y="3884811"/>
                </a:lnTo>
                <a:cubicBezTo>
                  <a:pt x="0" y="1739299"/>
                  <a:pt x="1740414" y="0"/>
                  <a:pt x="388732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99000"/>
            </a:schemeClr>
          </a:solidFill>
          <a:ln w="543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10E911F-F7EF-D79C-ADC2-7FF68B014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10252" y="1"/>
            <a:ext cx="2273668" cy="3147998"/>
          </a:xfrm>
          <a:custGeom>
            <a:avLst/>
            <a:gdLst>
              <a:gd name="connsiteX0" fmla="*/ 183295 w 2273668"/>
              <a:gd name="connsiteY0" fmla="*/ 0 h 3147998"/>
              <a:gd name="connsiteX1" fmla="*/ 2273668 w 2273668"/>
              <a:gd name="connsiteY1" fmla="*/ 0 h 3147998"/>
              <a:gd name="connsiteX2" fmla="*/ 2273668 w 2273668"/>
              <a:gd name="connsiteY2" fmla="*/ 3147998 h 3147998"/>
              <a:gd name="connsiteX3" fmla="*/ 2096300 w 2273668"/>
              <a:gd name="connsiteY3" fmla="*/ 3147998 h 3147998"/>
              <a:gd name="connsiteX4" fmla="*/ 2033714 w 2273668"/>
              <a:gd name="connsiteY4" fmla="*/ 3144814 h 3147998"/>
              <a:gd name="connsiteX5" fmla="*/ 0 w 2273668"/>
              <a:gd name="connsiteY5" fmla="*/ 886966 h 3147998"/>
              <a:gd name="connsiteX6" fmla="*/ 178732 w 2273668"/>
              <a:gd name="connsiteY6" fmla="*/ 9417 h 314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73668" h="3147998">
                <a:moveTo>
                  <a:pt x="183295" y="0"/>
                </a:moveTo>
                <a:lnTo>
                  <a:pt x="2273668" y="0"/>
                </a:lnTo>
                <a:lnTo>
                  <a:pt x="2273668" y="3147998"/>
                </a:lnTo>
                <a:lnTo>
                  <a:pt x="2096300" y="3147998"/>
                </a:lnTo>
                <a:lnTo>
                  <a:pt x="2033714" y="3144814"/>
                </a:lnTo>
                <a:cubicBezTo>
                  <a:pt x="895944" y="3028420"/>
                  <a:pt x="0" y="2060597"/>
                  <a:pt x="0" y="886966"/>
                </a:cubicBezTo>
                <a:cubicBezTo>
                  <a:pt x="0" y="576250"/>
                  <a:pt x="63712" y="279606"/>
                  <a:pt x="178732" y="941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CBBED1-6F9C-872F-E3B1-49C245CC1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83919" y="2"/>
            <a:ext cx="2254928" cy="3141557"/>
          </a:xfrm>
          <a:custGeom>
            <a:avLst/>
            <a:gdLst>
              <a:gd name="connsiteX0" fmla="*/ 0 w 2254928"/>
              <a:gd name="connsiteY0" fmla="*/ 0 h 3141557"/>
              <a:gd name="connsiteX1" fmla="*/ 2080472 w 2254928"/>
              <a:gd name="connsiteY1" fmla="*/ 0 h 3141557"/>
              <a:gd name="connsiteX2" fmla="*/ 2154269 w 2254928"/>
              <a:gd name="connsiteY2" fmla="*/ 202607 h 3141557"/>
              <a:gd name="connsiteX3" fmla="*/ 2254928 w 2254928"/>
              <a:gd name="connsiteY3" fmla="*/ 871976 h 3141557"/>
              <a:gd name="connsiteX4" fmla="*/ 231934 w 2254928"/>
              <a:gd name="connsiteY4" fmla="*/ 3128339 h 3141557"/>
              <a:gd name="connsiteX5" fmla="*/ 19 w 2254928"/>
              <a:gd name="connsiteY5" fmla="*/ 3141557 h 3141557"/>
              <a:gd name="connsiteX6" fmla="*/ 0 w 2254928"/>
              <a:gd name="connsiteY6" fmla="*/ 3141557 h 3141557"/>
              <a:gd name="connsiteX7" fmla="*/ 0 w 2254928"/>
              <a:gd name="connsiteY7" fmla="*/ 2729990 h 3141557"/>
              <a:gd name="connsiteX8" fmla="*/ 0 w 2254928"/>
              <a:gd name="connsiteY8" fmla="*/ 2344136 h 3141557"/>
              <a:gd name="connsiteX9" fmla="*/ 0 w 2254928"/>
              <a:gd name="connsiteY9" fmla="*/ 1983167 h 3141557"/>
              <a:gd name="connsiteX10" fmla="*/ 0 w 2254928"/>
              <a:gd name="connsiteY10" fmla="*/ 1646252 h 3141557"/>
              <a:gd name="connsiteX11" fmla="*/ 0 w 2254928"/>
              <a:gd name="connsiteY11" fmla="*/ 1332565 h 3141557"/>
              <a:gd name="connsiteX12" fmla="*/ 0 w 2254928"/>
              <a:gd name="connsiteY12" fmla="*/ 1041273 h 3141557"/>
              <a:gd name="connsiteX13" fmla="*/ 0 w 2254928"/>
              <a:gd name="connsiteY13" fmla="*/ 771549 h 3141557"/>
              <a:gd name="connsiteX14" fmla="*/ 0 w 2254928"/>
              <a:gd name="connsiteY14" fmla="*/ 522561 h 3141557"/>
              <a:gd name="connsiteX15" fmla="*/ 0 w 2254928"/>
              <a:gd name="connsiteY15" fmla="*/ 293482 h 3141557"/>
              <a:gd name="connsiteX16" fmla="*/ 0 w 2254928"/>
              <a:gd name="connsiteY16" fmla="*/ 83481 h 3141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254928" h="3141557">
                <a:moveTo>
                  <a:pt x="0" y="0"/>
                </a:moveTo>
                <a:lnTo>
                  <a:pt x="2080472" y="0"/>
                </a:lnTo>
                <a:lnTo>
                  <a:pt x="2154269" y="202607"/>
                </a:lnTo>
                <a:cubicBezTo>
                  <a:pt x="2219730" y="414134"/>
                  <a:pt x="2254928" y="638939"/>
                  <a:pt x="2254928" y="871976"/>
                </a:cubicBezTo>
                <a:cubicBezTo>
                  <a:pt x="2254928" y="2045607"/>
                  <a:pt x="1374977" y="3005515"/>
                  <a:pt x="231934" y="3128339"/>
                </a:cubicBezTo>
                <a:lnTo>
                  <a:pt x="19" y="3141557"/>
                </a:lnTo>
                <a:lnTo>
                  <a:pt x="0" y="3141557"/>
                </a:lnTo>
                <a:lnTo>
                  <a:pt x="0" y="2729990"/>
                </a:lnTo>
                <a:lnTo>
                  <a:pt x="0" y="2344136"/>
                </a:lnTo>
                <a:lnTo>
                  <a:pt x="0" y="1983167"/>
                </a:lnTo>
                <a:lnTo>
                  <a:pt x="0" y="1646252"/>
                </a:lnTo>
                <a:lnTo>
                  <a:pt x="0" y="1332565"/>
                </a:lnTo>
                <a:lnTo>
                  <a:pt x="0" y="1041273"/>
                </a:lnTo>
                <a:lnTo>
                  <a:pt x="0" y="771549"/>
                </a:lnTo>
                <a:lnTo>
                  <a:pt x="0" y="522561"/>
                </a:lnTo>
                <a:lnTo>
                  <a:pt x="0" y="293482"/>
                </a:lnTo>
                <a:lnTo>
                  <a:pt x="0" y="8348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81F0BC3-3D3F-DABA-580C-F7611E5655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395730" y="2"/>
            <a:ext cx="2959203" cy="2352793"/>
          </a:xfrm>
          <a:custGeom>
            <a:avLst/>
            <a:gdLst>
              <a:gd name="connsiteX0" fmla="*/ 289830 w 2959203"/>
              <a:gd name="connsiteY0" fmla="*/ 0 h 2352793"/>
              <a:gd name="connsiteX1" fmla="*/ 2669374 w 2959203"/>
              <a:gd name="connsiteY1" fmla="*/ 0 h 2352793"/>
              <a:gd name="connsiteX2" fmla="*/ 2706511 w 2959203"/>
              <a:gd name="connsiteY2" fmla="*/ 49584 h 2352793"/>
              <a:gd name="connsiteX3" fmla="*/ 2951565 w 2959203"/>
              <a:gd name="connsiteY3" fmla="*/ 724493 h 2352793"/>
              <a:gd name="connsiteX4" fmla="*/ 2959203 w 2959203"/>
              <a:gd name="connsiteY4" fmla="*/ 875514 h 2352793"/>
              <a:gd name="connsiteX5" fmla="*/ 2959203 w 2959203"/>
              <a:gd name="connsiteY5" fmla="*/ 875554 h 2352793"/>
              <a:gd name="connsiteX6" fmla="*/ 2951565 w 2959203"/>
              <a:gd name="connsiteY6" fmla="*/ 1026575 h 2352793"/>
              <a:gd name="connsiteX7" fmla="*/ 1479602 w 2959203"/>
              <a:gd name="connsiteY7" fmla="*/ 2352793 h 2352793"/>
              <a:gd name="connsiteX8" fmla="*/ 0 w 2959203"/>
              <a:gd name="connsiteY8" fmla="*/ 875534 h 2352793"/>
              <a:gd name="connsiteX9" fmla="*/ 252694 w 2959203"/>
              <a:gd name="connsiteY9" fmla="*/ 49584 h 2352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59203" h="2352793">
                <a:moveTo>
                  <a:pt x="289830" y="0"/>
                </a:moveTo>
                <a:lnTo>
                  <a:pt x="2669374" y="0"/>
                </a:lnTo>
                <a:lnTo>
                  <a:pt x="2706511" y="49584"/>
                </a:lnTo>
                <a:cubicBezTo>
                  <a:pt x="2839459" y="246061"/>
                  <a:pt x="2926309" y="476187"/>
                  <a:pt x="2951565" y="724493"/>
                </a:cubicBezTo>
                <a:lnTo>
                  <a:pt x="2959203" y="875514"/>
                </a:lnTo>
                <a:lnTo>
                  <a:pt x="2959203" y="875554"/>
                </a:lnTo>
                <a:lnTo>
                  <a:pt x="2951565" y="1026575"/>
                </a:lnTo>
                <a:cubicBezTo>
                  <a:pt x="2875795" y="1771492"/>
                  <a:pt x="2245691" y="2352793"/>
                  <a:pt x="1479602" y="2352793"/>
                </a:cubicBezTo>
                <a:cubicBezTo>
                  <a:pt x="662440" y="2352793"/>
                  <a:pt x="0" y="1691401"/>
                  <a:pt x="0" y="875534"/>
                </a:cubicBezTo>
                <a:cubicBezTo>
                  <a:pt x="0" y="569583"/>
                  <a:pt x="93156" y="285356"/>
                  <a:pt x="252694" y="495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8EB47A6-F6F0-3D19-B10A-994BB3B048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90854" y="3130662"/>
            <a:ext cx="3106248" cy="3748831"/>
          </a:xfrm>
          <a:custGeom>
            <a:avLst/>
            <a:gdLst>
              <a:gd name="connsiteX0" fmla="*/ 0 w 3106248"/>
              <a:gd name="connsiteY0" fmla="*/ 0 h 3748831"/>
              <a:gd name="connsiteX1" fmla="*/ 3106248 w 3106248"/>
              <a:gd name="connsiteY1" fmla="*/ 3748831 h 3748831"/>
              <a:gd name="connsiteX2" fmla="*/ 0 w 3106248"/>
              <a:gd name="connsiteY2" fmla="*/ 3748831 h 3748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06248" h="3748831">
                <a:moveTo>
                  <a:pt x="0" y="0"/>
                </a:moveTo>
                <a:lnTo>
                  <a:pt x="3106248" y="3748831"/>
                </a:lnTo>
                <a:lnTo>
                  <a:pt x="0" y="3748831"/>
                </a:lnTo>
                <a:close/>
              </a:path>
            </a:pathLst>
          </a:custGeom>
          <a:solidFill>
            <a:schemeClr val="accent2">
              <a:alpha val="99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F5B10D6-6051-5415-9882-BAE464224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130661"/>
            <a:ext cx="1400640" cy="3748832"/>
          </a:xfrm>
          <a:custGeom>
            <a:avLst/>
            <a:gdLst>
              <a:gd name="connsiteX0" fmla="*/ 1400640 w 1400640"/>
              <a:gd name="connsiteY0" fmla="*/ 0 h 3748832"/>
              <a:gd name="connsiteX1" fmla="*/ 1400640 w 1400640"/>
              <a:gd name="connsiteY1" fmla="*/ 3748832 h 3748832"/>
              <a:gd name="connsiteX2" fmla="*/ 0 w 1400640"/>
              <a:gd name="connsiteY2" fmla="*/ 3748832 h 3748832"/>
              <a:gd name="connsiteX3" fmla="*/ 0 w 1400640"/>
              <a:gd name="connsiteY3" fmla="*/ 1684743 h 3748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00640" h="3748832">
                <a:moveTo>
                  <a:pt x="1400640" y="0"/>
                </a:moveTo>
                <a:lnTo>
                  <a:pt x="1400640" y="3748832"/>
                </a:lnTo>
                <a:lnTo>
                  <a:pt x="0" y="3748832"/>
                </a:lnTo>
                <a:lnTo>
                  <a:pt x="0" y="168474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9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7333D-F886-4202-4431-1EBFB3AE2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EB0C2-1F3E-089D-6AFC-266F833CA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55F84-8523-DA82-91A1-7392BFA751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9DD429-4DB6-D26E-6067-C477DE10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FD437-E331-EBE7-28AF-5EF40D93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881F98-33FD-3EF9-98EC-B21B765A4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61350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69024-9825-0AEA-02DE-A3727F3F5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B5EF74-663E-DBA4-D3CB-EE0FC70608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42DEB0-2F35-ED3D-953B-B8C4F741AC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8428D-92EC-2885-D6C4-1D733A662C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D4FAB0-3064-31BE-E569-6B036064C6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0B93AA-72B7-2FE6-5CA8-375AE0588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6D30FE-5CE8-E838-6B7A-4CD7717C0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90B6FC-B496-E4A2-90A2-4AD00A6BB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Image 0">
            <a:extLst>
              <a:ext uri="{FF2B5EF4-FFF2-40B4-BE49-F238E27FC236}">
                <a16:creationId xmlns:a16="http://schemas.microsoft.com/office/drawing/2014/main" id="{736001DC-167C-4A20-BB32-EFDE0C2ADB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996404C2-F4A8-CB93-91F1-3672CCE6B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12" name="Image 5">
            <a:extLst>
              <a:ext uri="{FF2B5EF4-FFF2-40B4-BE49-F238E27FC236}">
                <a16:creationId xmlns:a16="http://schemas.microsoft.com/office/drawing/2014/main" id="{B6E4DD70-EA1D-79E6-E299-9FD594ED5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6">
            <a:extLst>
              <a:ext uri="{FF2B5EF4-FFF2-40B4-BE49-F238E27FC236}">
                <a16:creationId xmlns:a16="http://schemas.microsoft.com/office/drawing/2014/main" id="{E432FC96-31CB-E7AD-8A8B-9FAF927BB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902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69F9-E979-8718-90BC-BD42318AF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4CB2BB-C60C-6291-6C0E-CCB1DFE3F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3843FF-0508-F501-DE82-C3F02F7AD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C73891-A131-4B44-2EDD-714E0F88D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EEE8F1-AEE3-5996-9A6A-9F654A91F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6EA35FD-8708-6A7D-3E21-85255735B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294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DA9FAB-DE84-5DA0-52C8-5B6FCD11B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A8A45-A809-76F4-F702-9F7507646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490F7-E7C8-5C83-39E6-1FB4DE26B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3D86E38-C761-40B2-BFD6-3ABAC1F2CE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A161638-81AC-9872-D854-D76340466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3150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04EC6-5216-089B-ED77-A033575EA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92A82-2406-43B9-C2D9-46D02B6D6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8F5894-BED2-1909-1997-118E06CA04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8A73BC-5F1A-A28A-6123-057C40ED0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649728-6147-5143-188D-47E35DA14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B72F1-0272-9C65-6679-938735A44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FA6EC3A-209D-319A-8CC1-2F1739828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141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FEA5D-D97D-D2A5-7BB6-C8C6C99B3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DE1693-B197-9F09-B193-94DFFF3C7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2B358-72F8-F209-0622-0631F55503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2C848-F5C6-AD3B-30F0-52C2D4869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10/30/2023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32F4F0-9308-1ABF-D89B-ED15B00C6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7557EE-6D78-014F-1C8A-43C960B13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BF02FCF-6E9E-9552-9AE5-A33CCF6F6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5837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4B11D-F317-EBDE-2DD7-EE58717D0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EC9AE1-CB62-BFBB-F222-4678EDD3B3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F008C-447D-6E92-5F5D-AE33DF425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3BF77-D74A-E7B2-3E69-FFDC56F37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0D3FE-E4E3-789E-836D-D57ADA0E8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140866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97BB08-E3CB-4D4D-7C59-921849A00C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317A83-BE4D-7AB3-61A9-7D7A1ABC2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D35A0-5D29-85E0-30B8-187CB5EE5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4F6FC1-430E-D6BF-A2BC-817BEEEE4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31E7BB-5A63-DA84-22DB-263CF60DB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148311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89452"/>
            <a:ext cx="5693664" cy="25805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499616" y="2770632"/>
            <a:ext cx="5693664" cy="312216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976231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0C0F070-237F-C60F-3458-4D4D9BA0A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66106" y="0"/>
            <a:ext cx="2325894" cy="2180854"/>
          </a:xfrm>
          <a:custGeom>
            <a:avLst/>
            <a:gdLst>
              <a:gd name="connsiteX0" fmla="*/ 2066927 w 2325894"/>
              <a:gd name="connsiteY0" fmla="*/ 0 h 2180854"/>
              <a:gd name="connsiteX1" fmla="*/ 2098882 w 2325894"/>
              <a:gd name="connsiteY1" fmla="*/ 0 h 2180854"/>
              <a:gd name="connsiteX2" fmla="*/ 2128893 w 2325894"/>
              <a:gd name="connsiteY2" fmla="*/ 44463 h 2180854"/>
              <a:gd name="connsiteX3" fmla="*/ 2269798 w 2325894"/>
              <a:gd name="connsiteY3" fmla="*/ 120493 h 2180854"/>
              <a:gd name="connsiteX4" fmla="*/ 2325894 w 2325894"/>
              <a:gd name="connsiteY4" fmla="*/ 126162 h 2180854"/>
              <a:gd name="connsiteX5" fmla="*/ 2325894 w 2325894"/>
              <a:gd name="connsiteY5" fmla="*/ 149263 h 2180854"/>
              <a:gd name="connsiteX6" fmla="*/ 2265120 w 2325894"/>
              <a:gd name="connsiteY6" fmla="*/ 143117 h 2180854"/>
              <a:gd name="connsiteX7" fmla="*/ 2075647 w 2325894"/>
              <a:gd name="connsiteY7" fmla="*/ 16048 h 2180854"/>
              <a:gd name="connsiteX8" fmla="*/ 1926448 w 2325894"/>
              <a:gd name="connsiteY8" fmla="*/ 0 h 2180854"/>
              <a:gd name="connsiteX9" fmla="*/ 1950522 w 2325894"/>
              <a:gd name="connsiteY9" fmla="*/ 0 h 2180854"/>
              <a:gd name="connsiteX10" fmla="*/ 1952130 w 2325894"/>
              <a:gd name="connsiteY10" fmla="*/ 5167 h 2180854"/>
              <a:gd name="connsiteX11" fmla="*/ 2244242 w 2325894"/>
              <a:gd name="connsiteY11" fmla="*/ 244834 h 2180854"/>
              <a:gd name="connsiteX12" fmla="*/ 2325894 w 2325894"/>
              <a:gd name="connsiteY12" fmla="*/ 253091 h 2180854"/>
              <a:gd name="connsiteX13" fmla="*/ 2325894 w 2325894"/>
              <a:gd name="connsiteY13" fmla="*/ 276192 h 2180854"/>
              <a:gd name="connsiteX14" fmla="*/ 2239598 w 2325894"/>
              <a:gd name="connsiteY14" fmla="*/ 267464 h 2180854"/>
              <a:gd name="connsiteX15" fmla="*/ 1930848 w 2325894"/>
              <a:gd name="connsiteY15" fmla="*/ 14141 h 2180854"/>
              <a:gd name="connsiteX16" fmla="*/ 1794114 w 2325894"/>
              <a:gd name="connsiteY16" fmla="*/ 0 h 2180854"/>
              <a:gd name="connsiteX17" fmla="*/ 1818202 w 2325894"/>
              <a:gd name="connsiteY17" fmla="*/ 0 h 2180854"/>
              <a:gd name="connsiteX18" fmla="*/ 1835170 w 2325894"/>
              <a:gd name="connsiteY18" fmla="*/ 54535 h 2180854"/>
              <a:gd name="connsiteX19" fmla="*/ 2218687 w 2325894"/>
              <a:gd name="connsiteY19" fmla="*/ 369191 h 2180854"/>
              <a:gd name="connsiteX20" fmla="*/ 2325894 w 2325894"/>
              <a:gd name="connsiteY20" fmla="*/ 380032 h 2180854"/>
              <a:gd name="connsiteX21" fmla="*/ 2325894 w 2325894"/>
              <a:gd name="connsiteY21" fmla="*/ 403132 h 2180854"/>
              <a:gd name="connsiteX22" fmla="*/ 2214043 w 2325894"/>
              <a:gd name="connsiteY22" fmla="*/ 391825 h 2180854"/>
              <a:gd name="connsiteX23" fmla="*/ 1813889 w 2325894"/>
              <a:gd name="connsiteY23" fmla="*/ 63559 h 2180854"/>
              <a:gd name="connsiteX24" fmla="*/ 1661683 w 2325894"/>
              <a:gd name="connsiteY24" fmla="*/ 0 h 2180854"/>
              <a:gd name="connsiteX25" fmla="*/ 1685874 w 2325894"/>
              <a:gd name="connsiteY25" fmla="*/ 0 h 2180854"/>
              <a:gd name="connsiteX26" fmla="*/ 1718212 w 2325894"/>
              <a:gd name="connsiteY26" fmla="*/ 103965 h 2180854"/>
              <a:gd name="connsiteX27" fmla="*/ 2193133 w 2325894"/>
              <a:gd name="connsiteY27" fmla="*/ 493659 h 2180854"/>
              <a:gd name="connsiteX28" fmla="*/ 2325894 w 2325894"/>
              <a:gd name="connsiteY28" fmla="*/ 507083 h 2180854"/>
              <a:gd name="connsiteX29" fmla="*/ 2325894 w 2325894"/>
              <a:gd name="connsiteY29" fmla="*/ 530183 h 2180854"/>
              <a:gd name="connsiteX30" fmla="*/ 2188450 w 2325894"/>
              <a:gd name="connsiteY30" fmla="*/ 516288 h 2180854"/>
              <a:gd name="connsiteX31" fmla="*/ 1696817 w 2325894"/>
              <a:gd name="connsiteY31" fmla="*/ 112939 h 2180854"/>
              <a:gd name="connsiteX32" fmla="*/ 1531553 w 2325894"/>
              <a:gd name="connsiteY32" fmla="*/ 0 h 2180854"/>
              <a:gd name="connsiteX33" fmla="*/ 1554659 w 2325894"/>
              <a:gd name="connsiteY33" fmla="*/ 0 h 2180854"/>
              <a:gd name="connsiteX34" fmla="*/ 1555243 w 2325894"/>
              <a:gd name="connsiteY34" fmla="*/ 5776 h 2180854"/>
              <a:gd name="connsiteX35" fmla="*/ 2245588 w 2325894"/>
              <a:gd name="connsiteY35" fmla="*/ 629962 h 2180854"/>
              <a:gd name="connsiteX36" fmla="*/ 2325894 w 2325894"/>
              <a:gd name="connsiteY36" fmla="*/ 634030 h 2180854"/>
              <a:gd name="connsiteX37" fmla="*/ 2325894 w 2325894"/>
              <a:gd name="connsiteY37" fmla="*/ 657131 h 2180854"/>
              <a:gd name="connsiteX38" fmla="*/ 2243214 w 2325894"/>
              <a:gd name="connsiteY38" fmla="*/ 652943 h 2180854"/>
              <a:gd name="connsiteX39" fmla="*/ 1532607 w 2325894"/>
              <a:gd name="connsiteY39" fmla="*/ 10419 h 2180854"/>
              <a:gd name="connsiteX40" fmla="*/ 1404609 w 2325894"/>
              <a:gd name="connsiteY40" fmla="*/ 0 h 2180854"/>
              <a:gd name="connsiteX41" fmla="*/ 1427709 w 2325894"/>
              <a:gd name="connsiteY41" fmla="*/ 0 h 2180854"/>
              <a:gd name="connsiteX42" fmla="*/ 1430873 w 2325894"/>
              <a:gd name="connsiteY42" fmla="*/ 31287 h 2180854"/>
              <a:gd name="connsiteX43" fmla="*/ 2232606 w 2325894"/>
              <a:gd name="connsiteY43" fmla="*/ 756233 h 2180854"/>
              <a:gd name="connsiteX44" fmla="*/ 2325894 w 2325894"/>
              <a:gd name="connsiteY44" fmla="*/ 760959 h 2180854"/>
              <a:gd name="connsiteX45" fmla="*/ 2325894 w 2325894"/>
              <a:gd name="connsiteY45" fmla="*/ 784060 h 2180854"/>
              <a:gd name="connsiteX46" fmla="*/ 2230270 w 2325894"/>
              <a:gd name="connsiteY46" fmla="*/ 779216 h 2180854"/>
              <a:gd name="connsiteX47" fmla="*/ 1408246 w 2325894"/>
              <a:gd name="connsiteY47" fmla="*/ 35964 h 2180854"/>
              <a:gd name="connsiteX48" fmla="*/ 1274343 w 2325894"/>
              <a:gd name="connsiteY48" fmla="*/ 0 h 2180854"/>
              <a:gd name="connsiteX49" fmla="*/ 1300756 w 2325894"/>
              <a:gd name="connsiteY49" fmla="*/ 0 h 2180854"/>
              <a:gd name="connsiteX50" fmla="*/ 1306507 w 2325894"/>
              <a:gd name="connsiteY50" fmla="*/ 56884 h 2180854"/>
              <a:gd name="connsiteX51" fmla="*/ 2219643 w 2325894"/>
              <a:gd name="connsiteY51" fmla="*/ 882640 h 2180854"/>
              <a:gd name="connsiteX52" fmla="*/ 2325894 w 2325894"/>
              <a:gd name="connsiteY52" fmla="*/ 888022 h 2180854"/>
              <a:gd name="connsiteX53" fmla="*/ 2325894 w 2325894"/>
              <a:gd name="connsiteY53" fmla="*/ 911123 h 2180854"/>
              <a:gd name="connsiteX54" fmla="*/ 2217286 w 2325894"/>
              <a:gd name="connsiteY54" fmla="*/ 905621 h 2180854"/>
              <a:gd name="connsiteX55" fmla="*/ 1283761 w 2325894"/>
              <a:gd name="connsiteY55" fmla="*/ 61528 h 2180854"/>
              <a:gd name="connsiteX56" fmla="*/ 1146071 w 2325894"/>
              <a:gd name="connsiteY56" fmla="*/ 0 h 2180854"/>
              <a:gd name="connsiteX57" fmla="*/ 1169414 w 2325894"/>
              <a:gd name="connsiteY57" fmla="*/ 0 h 2180854"/>
              <a:gd name="connsiteX58" fmla="*/ 1182030 w 2325894"/>
              <a:gd name="connsiteY58" fmla="*/ 82429 h 2180854"/>
              <a:gd name="connsiteX59" fmla="*/ 2206679 w 2325894"/>
              <a:gd name="connsiteY59" fmla="*/ 1008912 h 2180854"/>
              <a:gd name="connsiteX60" fmla="*/ 2325894 w 2325894"/>
              <a:gd name="connsiteY60" fmla="*/ 1014951 h 2180854"/>
              <a:gd name="connsiteX61" fmla="*/ 2325894 w 2325894"/>
              <a:gd name="connsiteY61" fmla="*/ 1038052 h 2180854"/>
              <a:gd name="connsiteX62" fmla="*/ 2204323 w 2325894"/>
              <a:gd name="connsiteY62" fmla="*/ 1031893 h 2180854"/>
              <a:gd name="connsiteX63" fmla="*/ 1159398 w 2325894"/>
              <a:gd name="connsiteY63" fmla="*/ 87072 h 2180854"/>
              <a:gd name="connsiteX64" fmla="*/ 1017789 w 2325894"/>
              <a:gd name="connsiteY64" fmla="*/ 0 h 2180854"/>
              <a:gd name="connsiteX65" fmla="*/ 1041132 w 2325894"/>
              <a:gd name="connsiteY65" fmla="*/ 0 h 2180854"/>
              <a:gd name="connsiteX66" fmla="*/ 1057661 w 2325894"/>
              <a:gd name="connsiteY66" fmla="*/ 107992 h 2180854"/>
              <a:gd name="connsiteX67" fmla="*/ 2193716 w 2325894"/>
              <a:gd name="connsiteY67" fmla="*/ 1135208 h 2180854"/>
              <a:gd name="connsiteX68" fmla="*/ 2325894 w 2325894"/>
              <a:gd name="connsiteY68" fmla="*/ 1141903 h 2180854"/>
              <a:gd name="connsiteX69" fmla="*/ 2325894 w 2325894"/>
              <a:gd name="connsiteY69" fmla="*/ 1165004 h 2180854"/>
              <a:gd name="connsiteX70" fmla="*/ 2191361 w 2325894"/>
              <a:gd name="connsiteY70" fmla="*/ 1158189 h 2180854"/>
              <a:gd name="connsiteX71" fmla="*/ 1035029 w 2325894"/>
              <a:gd name="connsiteY71" fmla="*/ 112636 h 2180854"/>
              <a:gd name="connsiteX72" fmla="*/ 889397 w 2325894"/>
              <a:gd name="connsiteY72" fmla="*/ 0 h 2180854"/>
              <a:gd name="connsiteX73" fmla="*/ 912837 w 2325894"/>
              <a:gd name="connsiteY73" fmla="*/ 0 h 2180854"/>
              <a:gd name="connsiteX74" fmla="*/ 933296 w 2325894"/>
              <a:gd name="connsiteY74" fmla="*/ 133667 h 2180854"/>
              <a:gd name="connsiteX75" fmla="*/ 2180754 w 2325894"/>
              <a:gd name="connsiteY75" fmla="*/ 1261608 h 2180854"/>
              <a:gd name="connsiteX76" fmla="*/ 2325894 w 2325894"/>
              <a:gd name="connsiteY76" fmla="*/ 1268960 h 2180854"/>
              <a:gd name="connsiteX77" fmla="*/ 2325894 w 2325894"/>
              <a:gd name="connsiteY77" fmla="*/ 1292061 h 2180854"/>
              <a:gd name="connsiteX78" fmla="*/ 2178378 w 2325894"/>
              <a:gd name="connsiteY78" fmla="*/ 1284588 h 2180854"/>
              <a:gd name="connsiteX79" fmla="*/ 910550 w 2325894"/>
              <a:gd name="connsiteY79" fmla="*/ 138199 h 2180854"/>
              <a:gd name="connsiteX80" fmla="*/ 761929 w 2325894"/>
              <a:gd name="connsiteY80" fmla="*/ 0 h 2180854"/>
              <a:gd name="connsiteX81" fmla="*/ 785032 w 2325894"/>
              <a:gd name="connsiteY81" fmla="*/ 0 h 2180854"/>
              <a:gd name="connsiteX82" fmla="*/ 785312 w 2325894"/>
              <a:gd name="connsiteY82" fmla="*/ 5523 h 2180854"/>
              <a:gd name="connsiteX83" fmla="*/ 2167790 w 2325894"/>
              <a:gd name="connsiteY83" fmla="*/ 1387884 h 2180854"/>
              <a:gd name="connsiteX84" fmla="*/ 2325894 w 2325894"/>
              <a:gd name="connsiteY84" fmla="*/ 1395894 h 2180854"/>
              <a:gd name="connsiteX85" fmla="*/ 2325894 w 2325894"/>
              <a:gd name="connsiteY85" fmla="*/ 1418995 h 2180854"/>
              <a:gd name="connsiteX86" fmla="*/ 2165434 w 2325894"/>
              <a:gd name="connsiteY86" fmla="*/ 1410866 h 2180854"/>
              <a:gd name="connsiteX87" fmla="*/ 762328 w 2325894"/>
              <a:gd name="connsiteY87" fmla="*/ 7877 h 2180854"/>
              <a:gd name="connsiteX88" fmla="*/ 634980 w 2325894"/>
              <a:gd name="connsiteY88" fmla="*/ 0 h 2180854"/>
              <a:gd name="connsiteX89" fmla="*/ 658083 w 2325894"/>
              <a:gd name="connsiteY89" fmla="*/ 0 h 2180854"/>
              <a:gd name="connsiteX90" fmla="*/ 659019 w 2325894"/>
              <a:gd name="connsiteY90" fmla="*/ 18476 h 2180854"/>
              <a:gd name="connsiteX91" fmla="*/ 2154827 w 2325894"/>
              <a:gd name="connsiteY91" fmla="*/ 1514157 h 2180854"/>
              <a:gd name="connsiteX92" fmla="*/ 2325894 w 2325894"/>
              <a:gd name="connsiteY92" fmla="*/ 1522823 h 2180854"/>
              <a:gd name="connsiteX93" fmla="*/ 2325894 w 2325894"/>
              <a:gd name="connsiteY93" fmla="*/ 1545924 h 2180854"/>
              <a:gd name="connsiteX94" fmla="*/ 2152472 w 2325894"/>
              <a:gd name="connsiteY94" fmla="*/ 1537138 h 2180854"/>
              <a:gd name="connsiteX95" fmla="*/ 636036 w 2325894"/>
              <a:gd name="connsiteY95" fmla="*/ 20831 h 2180854"/>
              <a:gd name="connsiteX96" fmla="*/ 507911 w 2325894"/>
              <a:gd name="connsiteY96" fmla="*/ 0 h 2180854"/>
              <a:gd name="connsiteX97" fmla="*/ 531128 w 2325894"/>
              <a:gd name="connsiteY97" fmla="*/ 0 h 2180854"/>
              <a:gd name="connsiteX98" fmla="*/ 532727 w 2325894"/>
              <a:gd name="connsiteY98" fmla="*/ 31559 h 2180854"/>
              <a:gd name="connsiteX99" fmla="*/ 2141864 w 2325894"/>
              <a:gd name="connsiteY99" fmla="*/ 1640562 h 2180854"/>
              <a:gd name="connsiteX100" fmla="*/ 2325894 w 2325894"/>
              <a:gd name="connsiteY100" fmla="*/ 1649885 h 2180854"/>
              <a:gd name="connsiteX101" fmla="*/ 2325894 w 2325894"/>
              <a:gd name="connsiteY101" fmla="*/ 1672981 h 2180854"/>
              <a:gd name="connsiteX102" fmla="*/ 2139488 w 2325894"/>
              <a:gd name="connsiteY102" fmla="*/ 1663539 h 2180854"/>
              <a:gd name="connsiteX103" fmla="*/ 509624 w 2325894"/>
              <a:gd name="connsiteY103" fmla="*/ 33818 h 2180854"/>
              <a:gd name="connsiteX104" fmla="*/ 380961 w 2325894"/>
              <a:gd name="connsiteY104" fmla="*/ 0 h 2180854"/>
              <a:gd name="connsiteX105" fmla="*/ 404065 w 2325894"/>
              <a:gd name="connsiteY105" fmla="*/ 0 h 2180854"/>
              <a:gd name="connsiteX106" fmla="*/ 406316 w 2325894"/>
              <a:gd name="connsiteY106" fmla="*/ 44437 h 2180854"/>
              <a:gd name="connsiteX107" fmla="*/ 2128900 w 2325894"/>
              <a:gd name="connsiteY107" fmla="*/ 1766854 h 2180854"/>
              <a:gd name="connsiteX108" fmla="*/ 2325894 w 2325894"/>
              <a:gd name="connsiteY108" fmla="*/ 1776833 h 2180854"/>
              <a:gd name="connsiteX109" fmla="*/ 2325894 w 2325894"/>
              <a:gd name="connsiteY109" fmla="*/ 1799934 h 2180854"/>
              <a:gd name="connsiteX110" fmla="*/ 2126525 w 2325894"/>
              <a:gd name="connsiteY110" fmla="*/ 1789835 h 2180854"/>
              <a:gd name="connsiteX111" fmla="*/ 383332 w 2325894"/>
              <a:gd name="connsiteY111" fmla="*/ 46792 h 2180854"/>
              <a:gd name="connsiteX112" fmla="*/ 254013 w 2325894"/>
              <a:gd name="connsiteY112" fmla="*/ 0 h 2180854"/>
              <a:gd name="connsiteX113" fmla="*/ 277116 w 2325894"/>
              <a:gd name="connsiteY113" fmla="*/ 0 h 2180854"/>
              <a:gd name="connsiteX114" fmla="*/ 280023 w 2325894"/>
              <a:gd name="connsiteY114" fmla="*/ 57371 h 2180854"/>
              <a:gd name="connsiteX115" fmla="*/ 2115917 w 2325894"/>
              <a:gd name="connsiteY115" fmla="*/ 1893125 h 2180854"/>
              <a:gd name="connsiteX116" fmla="*/ 2325894 w 2325894"/>
              <a:gd name="connsiteY116" fmla="*/ 1903762 h 2180854"/>
              <a:gd name="connsiteX117" fmla="*/ 2325894 w 2325894"/>
              <a:gd name="connsiteY117" fmla="*/ 1926863 h 2180854"/>
              <a:gd name="connsiteX118" fmla="*/ 2113563 w 2325894"/>
              <a:gd name="connsiteY118" fmla="*/ 1916107 h 2180854"/>
              <a:gd name="connsiteX119" fmla="*/ 257040 w 2325894"/>
              <a:gd name="connsiteY119" fmla="*/ 59745 h 2180854"/>
              <a:gd name="connsiteX120" fmla="*/ 126949 w 2325894"/>
              <a:gd name="connsiteY120" fmla="*/ 0 h 2180854"/>
              <a:gd name="connsiteX121" fmla="*/ 150160 w 2325894"/>
              <a:gd name="connsiteY121" fmla="*/ 0 h 2180854"/>
              <a:gd name="connsiteX122" fmla="*/ 153729 w 2325894"/>
              <a:gd name="connsiteY122" fmla="*/ 70454 h 2180854"/>
              <a:gd name="connsiteX123" fmla="*/ 2102955 w 2325894"/>
              <a:gd name="connsiteY123" fmla="*/ 2019530 h 2180854"/>
              <a:gd name="connsiteX124" fmla="*/ 2325894 w 2325894"/>
              <a:gd name="connsiteY124" fmla="*/ 2030824 h 2180854"/>
              <a:gd name="connsiteX125" fmla="*/ 2325894 w 2325894"/>
              <a:gd name="connsiteY125" fmla="*/ 2053925 h 2180854"/>
              <a:gd name="connsiteX126" fmla="*/ 2100598 w 2325894"/>
              <a:gd name="connsiteY126" fmla="*/ 2042512 h 2180854"/>
              <a:gd name="connsiteX127" fmla="*/ 130633 w 2325894"/>
              <a:gd name="connsiteY127" fmla="*/ 72714 h 2180854"/>
              <a:gd name="connsiteX128" fmla="*/ 0 w 2325894"/>
              <a:gd name="connsiteY128" fmla="*/ 0 h 2180854"/>
              <a:gd name="connsiteX129" fmla="*/ 23103 w 2325894"/>
              <a:gd name="connsiteY129" fmla="*/ 0 h 2180854"/>
              <a:gd name="connsiteX130" fmla="*/ 27324 w 2325894"/>
              <a:gd name="connsiteY130" fmla="*/ 83311 h 2180854"/>
              <a:gd name="connsiteX131" fmla="*/ 2089991 w 2325894"/>
              <a:gd name="connsiteY131" fmla="*/ 2145803 h 2180854"/>
              <a:gd name="connsiteX132" fmla="*/ 2325894 w 2325894"/>
              <a:gd name="connsiteY132" fmla="*/ 2157753 h 2180854"/>
              <a:gd name="connsiteX133" fmla="*/ 2325894 w 2325894"/>
              <a:gd name="connsiteY133" fmla="*/ 2180854 h 2180854"/>
              <a:gd name="connsiteX134" fmla="*/ 2087636 w 2325894"/>
              <a:gd name="connsiteY134" fmla="*/ 2168784 h 2180854"/>
              <a:gd name="connsiteX135" fmla="*/ 4341 w 2325894"/>
              <a:gd name="connsiteY135" fmla="*/ 85667 h 218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2325894" h="2180854">
                <a:moveTo>
                  <a:pt x="2066927" y="0"/>
                </a:moveTo>
                <a:lnTo>
                  <a:pt x="2098882" y="0"/>
                </a:lnTo>
                <a:lnTo>
                  <a:pt x="2128893" y="44463"/>
                </a:lnTo>
                <a:cubicBezTo>
                  <a:pt x="2166753" y="82308"/>
                  <a:pt x="2215417" y="109341"/>
                  <a:pt x="2269798" y="120493"/>
                </a:cubicBezTo>
                <a:lnTo>
                  <a:pt x="2325894" y="126162"/>
                </a:lnTo>
                <a:lnTo>
                  <a:pt x="2325894" y="149263"/>
                </a:lnTo>
                <a:lnTo>
                  <a:pt x="2265120" y="143117"/>
                </a:lnTo>
                <a:cubicBezTo>
                  <a:pt x="2186576" y="127002"/>
                  <a:pt x="2119077" y="80290"/>
                  <a:pt x="2075647" y="16048"/>
                </a:cubicBezTo>
                <a:close/>
                <a:moveTo>
                  <a:pt x="1926448" y="0"/>
                </a:moveTo>
                <a:lnTo>
                  <a:pt x="1950522" y="0"/>
                </a:lnTo>
                <a:lnTo>
                  <a:pt x="1952130" y="5167"/>
                </a:lnTo>
                <a:cubicBezTo>
                  <a:pt x="2003529" y="126455"/>
                  <a:pt x="2112323" y="217766"/>
                  <a:pt x="2244242" y="244834"/>
                </a:cubicBezTo>
                <a:lnTo>
                  <a:pt x="2325894" y="253091"/>
                </a:lnTo>
                <a:lnTo>
                  <a:pt x="2325894" y="276192"/>
                </a:lnTo>
                <a:lnTo>
                  <a:pt x="2239598" y="267464"/>
                </a:lnTo>
                <a:cubicBezTo>
                  <a:pt x="2100173" y="238852"/>
                  <a:pt x="1985178" y="142334"/>
                  <a:pt x="1930848" y="14141"/>
                </a:cubicBezTo>
                <a:close/>
                <a:moveTo>
                  <a:pt x="1794114" y="0"/>
                </a:moveTo>
                <a:lnTo>
                  <a:pt x="1818202" y="0"/>
                </a:lnTo>
                <a:lnTo>
                  <a:pt x="1835170" y="54535"/>
                </a:lnTo>
                <a:cubicBezTo>
                  <a:pt x="1902650" y="213778"/>
                  <a:pt x="2045483" y="333656"/>
                  <a:pt x="2218687" y="369191"/>
                </a:cubicBezTo>
                <a:lnTo>
                  <a:pt x="2325894" y="380032"/>
                </a:lnTo>
                <a:lnTo>
                  <a:pt x="2325894" y="403132"/>
                </a:lnTo>
                <a:lnTo>
                  <a:pt x="2214043" y="391825"/>
                </a:lnTo>
                <a:cubicBezTo>
                  <a:pt x="2033333" y="354761"/>
                  <a:pt x="1884299" y="229720"/>
                  <a:pt x="1813889" y="63559"/>
                </a:cubicBezTo>
                <a:close/>
                <a:moveTo>
                  <a:pt x="1661683" y="0"/>
                </a:moveTo>
                <a:lnTo>
                  <a:pt x="1685874" y="0"/>
                </a:lnTo>
                <a:lnTo>
                  <a:pt x="1718212" y="103965"/>
                </a:lnTo>
                <a:cubicBezTo>
                  <a:pt x="1801772" y="301203"/>
                  <a:pt x="1978643" y="449654"/>
                  <a:pt x="2193133" y="493659"/>
                </a:cubicBezTo>
                <a:lnTo>
                  <a:pt x="2325894" y="507083"/>
                </a:lnTo>
                <a:lnTo>
                  <a:pt x="2325894" y="530183"/>
                </a:lnTo>
                <a:lnTo>
                  <a:pt x="2188450" y="516288"/>
                </a:lnTo>
                <a:cubicBezTo>
                  <a:pt x="1966399" y="470740"/>
                  <a:pt x="1783312" y="317082"/>
                  <a:pt x="1696817" y="112939"/>
                </a:cubicBezTo>
                <a:close/>
                <a:moveTo>
                  <a:pt x="1531553" y="0"/>
                </a:moveTo>
                <a:lnTo>
                  <a:pt x="1554659" y="0"/>
                </a:lnTo>
                <a:lnTo>
                  <a:pt x="1555243" y="5776"/>
                </a:lnTo>
                <a:cubicBezTo>
                  <a:pt x="1623483" y="338327"/>
                  <a:pt x="1902268" y="594992"/>
                  <a:pt x="2245588" y="629962"/>
                </a:cubicBezTo>
                <a:lnTo>
                  <a:pt x="2325894" y="634030"/>
                </a:lnTo>
                <a:lnTo>
                  <a:pt x="2325894" y="657131"/>
                </a:lnTo>
                <a:lnTo>
                  <a:pt x="2243214" y="652943"/>
                </a:lnTo>
                <a:cubicBezTo>
                  <a:pt x="1889750" y="616944"/>
                  <a:pt x="1602834" y="352727"/>
                  <a:pt x="1532607" y="10419"/>
                </a:cubicBezTo>
                <a:close/>
                <a:moveTo>
                  <a:pt x="1404609" y="0"/>
                </a:moveTo>
                <a:lnTo>
                  <a:pt x="1427709" y="0"/>
                </a:lnTo>
                <a:lnTo>
                  <a:pt x="1430873" y="31287"/>
                </a:lnTo>
                <a:cubicBezTo>
                  <a:pt x="1510102" y="417452"/>
                  <a:pt x="1833798" y="715609"/>
                  <a:pt x="2232606" y="756233"/>
                </a:cubicBezTo>
                <a:lnTo>
                  <a:pt x="2325894" y="760959"/>
                </a:lnTo>
                <a:lnTo>
                  <a:pt x="2325894" y="784060"/>
                </a:lnTo>
                <a:lnTo>
                  <a:pt x="2230270" y="779216"/>
                </a:lnTo>
                <a:cubicBezTo>
                  <a:pt x="1821463" y="737574"/>
                  <a:pt x="1489501" y="431938"/>
                  <a:pt x="1408246" y="35964"/>
                </a:cubicBezTo>
                <a:close/>
                <a:moveTo>
                  <a:pt x="1274343" y="0"/>
                </a:moveTo>
                <a:lnTo>
                  <a:pt x="1300756" y="0"/>
                </a:lnTo>
                <a:lnTo>
                  <a:pt x="1306507" y="56884"/>
                </a:lnTo>
                <a:cubicBezTo>
                  <a:pt x="1396745" y="496788"/>
                  <a:pt x="1765420" y="836372"/>
                  <a:pt x="2219643" y="882640"/>
                </a:cubicBezTo>
                <a:lnTo>
                  <a:pt x="2325894" y="888022"/>
                </a:lnTo>
                <a:lnTo>
                  <a:pt x="2325894" y="911123"/>
                </a:lnTo>
                <a:lnTo>
                  <a:pt x="2217286" y="905621"/>
                </a:lnTo>
                <a:cubicBezTo>
                  <a:pt x="1752979" y="858324"/>
                  <a:pt x="1376027" y="511189"/>
                  <a:pt x="1283761" y="61528"/>
                </a:cubicBezTo>
                <a:close/>
                <a:moveTo>
                  <a:pt x="1146071" y="0"/>
                </a:moveTo>
                <a:lnTo>
                  <a:pt x="1169414" y="0"/>
                </a:lnTo>
                <a:lnTo>
                  <a:pt x="1182030" y="82429"/>
                </a:lnTo>
                <a:cubicBezTo>
                  <a:pt x="1283296" y="576000"/>
                  <a:pt x="1697029" y="957001"/>
                  <a:pt x="2206679" y="1008912"/>
                </a:cubicBezTo>
                <a:lnTo>
                  <a:pt x="2325894" y="1014951"/>
                </a:lnTo>
                <a:lnTo>
                  <a:pt x="2325894" y="1038052"/>
                </a:lnTo>
                <a:lnTo>
                  <a:pt x="2204323" y="1031893"/>
                </a:lnTo>
                <a:cubicBezTo>
                  <a:pt x="1684600" y="978953"/>
                  <a:pt x="1262670" y="590398"/>
                  <a:pt x="1159398" y="87072"/>
                </a:cubicBezTo>
                <a:close/>
                <a:moveTo>
                  <a:pt x="1017789" y="0"/>
                </a:moveTo>
                <a:lnTo>
                  <a:pt x="1041132" y="0"/>
                </a:lnTo>
                <a:lnTo>
                  <a:pt x="1057661" y="107992"/>
                </a:lnTo>
                <a:cubicBezTo>
                  <a:pt x="1169939" y="655229"/>
                  <a:pt x="1628650" y="1077653"/>
                  <a:pt x="2193716" y="1135208"/>
                </a:cubicBezTo>
                <a:lnTo>
                  <a:pt x="2325894" y="1141903"/>
                </a:lnTo>
                <a:lnTo>
                  <a:pt x="2325894" y="1165004"/>
                </a:lnTo>
                <a:lnTo>
                  <a:pt x="2191361" y="1158189"/>
                </a:lnTo>
                <a:cubicBezTo>
                  <a:pt x="1616222" y="1099606"/>
                  <a:pt x="1149313" y="669630"/>
                  <a:pt x="1035029" y="112636"/>
                </a:cubicBezTo>
                <a:close/>
                <a:moveTo>
                  <a:pt x="889397" y="0"/>
                </a:moveTo>
                <a:lnTo>
                  <a:pt x="912837" y="0"/>
                </a:lnTo>
                <a:lnTo>
                  <a:pt x="933296" y="133667"/>
                </a:lnTo>
                <a:cubicBezTo>
                  <a:pt x="1056582" y="734570"/>
                  <a:pt x="1560272" y="1198411"/>
                  <a:pt x="2180754" y="1261608"/>
                </a:cubicBezTo>
                <a:lnTo>
                  <a:pt x="2325894" y="1268960"/>
                </a:lnTo>
                <a:lnTo>
                  <a:pt x="2325894" y="1292061"/>
                </a:lnTo>
                <a:lnTo>
                  <a:pt x="2178378" y="1284588"/>
                </a:lnTo>
                <a:cubicBezTo>
                  <a:pt x="1547742" y="1220351"/>
                  <a:pt x="1035844" y="748879"/>
                  <a:pt x="910550" y="138199"/>
                </a:cubicBezTo>
                <a:close/>
                <a:moveTo>
                  <a:pt x="761929" y="0"/>
                </a:moveTo>
                <a:lnTo>
                  <a:pt x="785032" y="0"/>
                </a:lnTo>
                <a:lnTo>
                  <a:pt x="785312" y="5523"/>
                </a:lnTo>
                <a:cubicBezTo>
                  <a:pt x="859466" y="733364"/>
                  <a:pt x="1439889" y="1313736"/>
                  <a:pt x="2167790" y="1387884"/>
                </a:cubicBezTo>
                <a:lnTo>
                  <a:pt x="2325894" y="1395894"/>
                </a:lnTo>
                <a:lnTo>
                  <a:pt x="2325894" y="1418995"/>
                </a:lnTo>
                <a:lnTo>
                  <a:pt x="2165434" y="1410866"/>
                </a:lnTo>
                <a:cubicBezTo>
                  <a:pt x="1426685" y="1335609"/>
                  <a:pt x="837591" y="746563"/>
                  <a:pt x="762328" y="7877"/>
                </a:cubicBezTo>
                <a:close/>
                <a:moveTo>
                  <a:pt x="634980" y="0"/>
                </a:moveTo>
                <a:lnTo>
                  <a:pt x="658083" y="0"/>
                </a:lnTo>
                <a:lnTo>
                  <a:pt x="659019" y="18476"/>
                </a:lnTo>
                <a:cubicBezTo>
                  <a:pt x="739252" y="805990"/>
                  <a:pt x="1367247" y="1433931"/>
                  <a:pt x="2154827" y="1514157"/>
                </a:cubicBezTo>
                <a:lnTo>
                  <a:pt x="2325894" y="1522823"/>
                </a:lnTo>
                <a:lnTo>
                  <a:pt x="2325894" y="1545924"/>
                </a:lnTo>
                <a:lnTo>
                  <a:pt x="2152472" y="1537138"/>
                </a:lnTo>
                <a:cubicBezTo>
                  <a:pt x="1354048" y="1455804"/>
                  <a:pt x="717377" y="819188"/>
                  <a:pt x="636036" y="20831"/>
                </a:cubicBezTo>
                <a:close/>
                <a:moveTo>
                  <a:pt x="507911" y="0"/>
                </a:moveTo>
                <a:lnTo>
                  <a:pt x="531128" y="0"/>
                </a:lnTo>
                <a:lnTo>
                  <a:pt x="532727" y="31559"/>
                </a:lnTo>
                <a:cubicBezTo>
                  <a:pt x="619037" y="878744"/>
                  <a:pt x="1294606" y="1554259"/>
                  <a:pt x="2141864" y="1640562"/>
                </a:cubicBezTo>
                <a:lnTo>
                  <a:pt x="2325894" y="1649885"/>
                </a:lnTo>
                <a:lnTo>
                  <a:pt x="2325894" y="1672981"/>
                </a:lnTo>
                <a:lnTo>
                  <a:pt x="2139488" y="1663539"/>
                </a:lnTo>
                <a:cubicBezTo>
                  <a:pt x="1281294" y="1576127"/>
                  <a:pt x="597044" y="891939"/>
                  <a:pt x="509624" y="33818"/>
                </a:cubicBezTo>
                <a:close/>
                <a:moveTo>
                  <a:pt x="380961" y="0"/>
                </a:moveTo>
                <a:lnTo>
                  <a:pt x="404065" y="0"/>
                </a:lnTo>
                <a:lnTo>
                  <a:pt x="406316" y="44437"/>
                </a:lnTo>
                <a:cubicBezTo>
                  <a:pt x="498717" y="951387"/>
                  <a:pt x="1221951" y="1674473"/>
                  <a:pt x="2128900" y="1766854"/>
                </a:cubicBezTo>
                <a:lnTo>
                  <a:pt x="2325894" y="1776833"/>
                </a:lnTo>
                <a:lnTo>
                  <a:pt x="2325894" y="1799934"/>
                </a:lnTo>
                <a:lnTo>
                  <a:pt x="2126525" y="1789835"/>
                </a:lnTo>
                <a:cubicBezTo>
                  <a:pt x="1208653" y="1696346"/>
                  <a:pt x="476829" y="964585"/>
                  <a:pt x="383332" y="46792"/>
                </a:cubicBezTo>
                <a:close/>
                <a:moveTo>
                  <a:pt x="254013" y="0"/>
                </a:moveTo>
                <a:lnTo>
                  <a:pt x="277116" y="0"/>
                </a:lnTo>
                <a:lnTo>
                  <a:pt x="280023" y="57371"/>
                </a:lnTo>
                <a:cubicBezTo>
                  <a:pt x="378489" y="1023914"/>
                  <a:pt x="1149211" y="1794655"/>
                  <a:pt x="2115917" y="1893125"/>
                </a:cubicBezTo>
                <a:lnTo>
                  <a:pt x="2325894" y="1903762"/>
                </a:lnTo>
                <a:lnTo>
                  <a:pt x="2325894" y="1926863"/>
                </a:lnTo>
                <a:lnTo>
                  <a:pt x="2113563" y="1916107"/>
                </a:lnTo>
                <a:cubicBezTo>
                  <a:pt x="1136012" y="1816541"/>
                  <a:pt x="356615" y="1037211"/>
                  <a:pt x="257040" y="59745"/>
                </a:cubicBezTo>
                <a:close/>
                <a:moveTo>
                  <a:pt x="126949" y="0"/>
                </a:moveTo>
                <a:lnTo>
                  <a:pt x="150160" y="0"/>
                </a:lnTo>
                <a:lnTo>
                  <a:pt x="153729" y="70454"/>
                </a:lnTo>
                <a:cubicBezTo>
                  <a:pt x="258274" y="1096671"/>
                  <a:pt x="1076570" y="1914983"/>
                  <a:pt x="2102955" y="2019530"/>
                </a:cubicBezTo>
                <a:lnTo>
                  <a:pt x="2325894" y="2030824"/>
                </a:lnTo>
                <a:lnTo>
                  <a:pt x="2325894" y="2053925"/>
                </a:lnTo>
                <a:lnTo>
                  <a:pt x="2100598" y="2042512"/>
                </a:lnTo>
                <a:cubicBezTo>
                  <a:pt x="1063358" y="1936856"/>
                  <a:pt x="236298" y="1109866"/>
                  <a:pt x="130633" y="72714"/>
                </a:cubicBezTo>
                <a:close/>
                <a:moveTo>
                  <a:pt x="0" y="0"/>
                </a:moveTo>
                <a:lnTo>
                  <a:pt x="23103" y="0"/>
                </a:lnTo>
                <a:lnTo>
                  <a:pt x="27324" y="83311"/>
                </a:lnTo>
                <a:cubicBezTo>
                  <a:pt x="137958" y="1169290"/>
                  <a:pt x="1003916" y="2035178"/>
                  <a:pt x="2089991" y="2145803"/>
                </a:cubicBezTo>
                <a:lnTo>
                  <a:pt x="2325894" y="2157753"/>
                </a:lnTo>
                <a:lnTo>
                  <a:pt x="2325894" y="2180854"/>
                </a:lnTo>
                <a:lnTo>
                  <a:pt x="2087636" y="2168784"/>
                </a:lnTo>
                <a:cubicBezTo>
                  <a:pt x="990717" y="2057051"/>
                  <a:pt x="116084" y="1182492"/>
                  <a:pt x="4341" y="85667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904" y="2825496"/>
            <a:ext cx="10680192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275400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2535251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/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41121" y="1344404"/>
            <a:ext cx="6984906" cy="2560441"/>
          </a:xfrm>
        </p:spPr>
        <p:txBody>
          <a:bodyPr lIns="0" tIns="0" rIns="0" bIns="0" anchor="b" anchorCtr="0">
            <a:noAutofit/>
          </a:bodyPr>
          <a:lstStyle>
            <a:lvl1pPr algn="l">
              <a:lnSpc>
                <a:spcPct val="100000"/>
              </a:lnSpc>
              <a:defRPr sz="33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57" name="Text Placeholder 54">
            <a:extLst>
              <a:ext uri="{FF2B5EF4-FFF2-40B4-BE49-F238E27FC236}">
                <a16:creationId xmlns:a16="http://schemas.microsoft.com/office/drawing/2014/main" id="{A493C80D-2813-9E70-8901-D4B9EA4DD7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11880" y="1347664"/>
            <a:ext cx="768096" cy="1882471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A2733C45-7C53-2BC5-3F62-D069650A79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41120" y="3977196"/>
            <a:ext cx="4971237" cy="864804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24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B1D62231-87CB-21EC-CF8C-46276AD1F9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00616" y="3209544"/>
            <a:ext cx="768096" cy="1627632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78637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C43996-DAC9-130F-CB05-4A8A9038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04E8AF-9DFE-7077-DB36-941F6490B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8952" y="751398"/>
            <a:ext cx="10671048" cy="136205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58B80-D2DB-A0A1-0362-1157E908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C22E6-000A-05BA-5872-EF37F029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AAAFB85-16C0-836A-1D0D-E65277CC341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05" y="2392023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B04BFFD-8D76-D31F-232F-38A7065ACA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8905" y="4989515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 cap="all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5A2E03A-AFB4-3868-FAB5-A24228FA8A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6885" y="5599755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FBADCD1B-D9E0-EA12-0DD5-22E5C60E5D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17361" y="2392619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D33972D-9092-4B3C-A699-07849068AF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16747" y="4990111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 cap="all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B54F15B1-EAC3-0113-6737-C64480876C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74073" y="5600351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Picture Placeholder 16">
            <a:extLst>
              <a:ext uri="{FF2B5EF4-FFF2-40B4-BE49-F238E27FC236}">
                <a16:creationId xmlns:a16="http://schemas.microsoft.com/office/drawing/2014/main" id="{FCEED0A5-9A71-D54A-91FC-264BD71DDE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275817" y="2393215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44A0C74-A714-A8C2-69D2-74CAD68037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4589" y="4990707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 cap="all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552F4682-3F02-2A70-A285-FB2D1822A4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32529" y="5600947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4F0F5D16-7316-B120-F378-E3D492FEEB9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34272" y="2393215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47AC9724-9FC2-62FA-0DE7-3F9FE9B67A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32431" y="4990707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 cap="all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114EE337-FC29-F325-E528-A3F809B28B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90984" y="5600947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57910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459EA3C-8B88-5F1F-531E-7DA7DE5571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31520"/>
            <a:ext cx="10665089" cy="136205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9496" y="2103120"/>
            <a:ext cx="11119104" cy="44348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8042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4E8AF-9DFE-7077-DB36-941F6490B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0937" y="755729"/>
            <a:ext cx="10665089" cy="85997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58B80-D2DB-A0A1-0362-1157E908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C22E6-000A-05BA-5872-EF37F029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AAAFB85-16C0-836A-1D0D-E65277CC341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71016" y="1674543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B04BFFD-8D76-D31F-232F-38A7065ACA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1016" y="3320463"/>
            <a:ext cx="2029968" cy="694944"/>
          </a:xfrm>
          <a:solidFill>
            <a:schemeClr val="accent4"/>
          </a:solidFill>
        </p:spPr>
        <p:txBody>
          <a:bodyPr lIns="0" tIns="155448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cap="all" spc="2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5A2E03A-AFB4-3868-FAB5-A24228FA8A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1016" y="3696472"/>
            <a:ext cx="2029968" cy="2692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Picture Placeholder 16">
            <a:extLst>
              <a:ext uri="{FF2B5EF4-FFF2-40B4-BE49-F238E27FC236}">
                <a16:creationId xmlns:a16="http://schemas.microsoft.com/office/drawing/2014/main" id="{BB749B9A-080F-37C0-08E6-909A5DA554D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271016" y="4273471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4C7516E-0853-87BE-108B-697DD8E0DA7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271016" y="5919391"/>
            <a:ext cx="2029968" cy="694944"/>
          </a:xfrm>
          <a:solidFill>
            <a:schemeClr val="accent1"/>
          </a:solidFill>
        </p:spPr>
        <p:txBody>
          <a:bodyPr lIns="0" tIns="155448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cap="all" spc="2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FB1A74E1-7CEB-F501-F998-7361A20F734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71016" y="6295400"/>
            <a:ext cx="2029968" cy="2692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FBADCD1B-D9E0-EA12-0DD5-22E5C60E5D6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8288" y="1674543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D33972D-9092-4B3C-A699-07849068AF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8288" y="3320463"/>
            <a:ext cx="2029968" cy="694944"/>
          </a:xfrm>
          <a:solidFill>
            <a:schemeClr val="accent1"/>
          </a:solidFill>
        </p:spPr>
        <p:txBody>
          <a:bodyPr lIns="0" tIns="155448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cap="all" spc="2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B54F15B1-EAC3-0113-6737-C64480876C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28288" y="3696472"/>
            <a:ext cx="2029968" cy="2692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1" name="Picture Placeholder 16">
            <a:extLst>
              <a:ext uri="{FF2B5EF4-FFF2-40B4-BE49-F238E27FC236}">
                <a16:creationId xmlns:a16="http://schemas.microsoft.com/office/drawing/2014/main" id="{B5D5100A-3D51-45DB-3A84-9E7FB85261E3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828288" y="4273471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B775B771-678A-D917-7FE0-5DA7A23CCE2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28288" y="5919391"/>
            <a:ext cx="2029968" cy="694944"/>
          </a:xfrm>
          <a:solidFill>
            <a:schemeClr val="accent4"/>
          </a:solidFill>
        </p:spPr>
        <p:txBody>
          <a:bodyPr lIns="0" tIns="155448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cap="all" spc="2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8" name="Text Placeholder 20">
            <a:extLst>
              <a:ext uri="{FF2B5EF4-FFF2-40B4-BE49-F238E27FC236}">
                <a16:creationId xmlns:a16="http://schemas.microsoft.com/office/drawing/2014/main" id="{AA2B9540-B92A-AD9C-C01A-B08A98BF845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28288" y="6295400"/>
            <a:ext cx="2029968" cy="2692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Picture Placeholder 16">
            <a:extLst>
              <a:ext uri="{FF2B5EF4-FFF2-40B4-BE49-F238E27FC236}">
                <a16:creationId xmlns:a16="http://schemas.microsoft.com/office/drawing/2014/main" id="{FCEED0A5-9A71-D54A-91FC-264BD71DDED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85560" y="1674543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44A0C74-A714-A8C2-69D2-74CAD68037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5560" y="3320463"/>
            <a:ext cx="2029968" cy="694944"/>
          </a:xfrm>
          <a:solidFill>
            <a:schemeClr val="accent4"/>
          </a:solidFill>
        </p:spPr>
        <p:txBody>
          <a:bodyPr lIns="0" tIns="155448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cap="all" spc="2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552F4682-3F02-2A70-A285-FB2D1822A4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85560" y="3696472"/>
            <a:ext cx="2029968" cy="2692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2" name="Picture Placeholder 16">
            <a:extLst>
              <a:ext uri="{FF2B5EF4-FFF2-40B4-BE49-F238E27FC236}">
                <a16:creationId xmlns:a16="http://schemas.microsoft.com/office/drawing/2014/main" id="{3D2AAC25-9404-1F6F-200C-5660F4995858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85560" y="4273471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AE4677E1-AC1B-AB9C-5E0C-794903DD1CE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85560" y="5919391"/>
            <a:ext cx="2029968" cy="694944"/>
          </a:xfrm>
          <a:solidFill>
            <a:schemeClr val="accent1"/>
          </a:solidFill>
        </p:spPr>
        <p:txBody>
          <a:bodyPr lIns="0" tIns="155448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cap="all" spc="2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826BBF6C-7198-3C15-CDCB-E72B08709C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85560" y="6295400"/>
            <a:ext cx="2029968" cy="2692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4F0F5D16-7316-B120-F378-E3D492FEEB9C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942832" y="1674543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47AC9724-9FC2-62FA-0DE7-3F9FE9B67A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42832" y="3320463"/>
            <a:ext cx="2029968" cy="694944"/>
          </a:xfrm>
          <a:solidFill>
            <a:schemeClr val="accent1"/>
          </a:solidFill>
        </p:spPr>
        <p:txBody>
          <a:bodyPr lIns="0" tIns="155448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cap="all" spc="2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114EE337-FC29-F325-E528-A3F809B28B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42832" y="3696472"/>
            <a:ext cx="2029968" cy="2692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Picture Placeholder 16">
            <a:extLst>
              <a:ext uri="{FF2B5EF4-FFF2-40B4-BE49-F238E27FC236}">
                <a16:creationId xmlns:a16="http://schemas.microsoft.com/office/drawing/2014/main" id="{90CBAA5D-3D9B-0CB5-E527-996433638BE3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8942832" y="4273471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t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5B47333C-2F5E-FA7D-5DD1-191E0F421B6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42832" y="5919391"/>
            <a:ext cx="2029968" cy="694944"/>
          </a:xfrm>
          <a:solidFill>
            <a:schemeClr val="accent4"/>
          </a:solidFill>
        </p:spPr>
        <p:txBody>
          <a:bodyPr lIns="0" tIns="155448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0" cap="all" spc="2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33" name="Text Placeholder 20">
            <a:extLst>
              <a:ext uri="{FF2B5EF4-FFF2-40B4-BE49-F238E27FC236}">
                <a16:creationId xmlns:a16="http://schemas.microsoft.com/office/drawing/2014/main" id="{D0AA2AE2-5A11-76D4-4D9C-B6B24D1419D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942832" y="6295400"/>
            <a:ext cx="2029968" cy="2692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9007091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45A0A-815D-3414-088B-C041E6742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8952" y="701702"/>
            <a:ext cx="10671048" cy="1444351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B5E29-6335-83BC-FA01-FAE422D2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476D1-B61A-E9FD-E266-768B405CC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32B254-F115-AAF3-09C2-B631F5CDC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329989" y="2370268"/>
            <a:ext cx="722376" cy="722376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icture Placeholder 62">
            <a:extLst>
              <a:ext uri="{FF2B5EF4-FFF2-40B4-BE49-F238E27FC236}">
                <a16:creationId xmlns:a16="http://schemas.microsoft.com/office/drawing/2014/main" id="{2F18FBB7-2D21-7954-1324-C7D3BFE5C85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339134" y="2379412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 dirty="0"/>
              <a:t>Picture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C025625F-8274-840F-6DD8-D36687CB8F7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5338" y="2758440"/>
            <a:ext cx="2011680" cy="2826771"/>
          </a:xfrm>
          <a:custGeom>
            <a:avLst/>
            <a:gdLst>
              <a:gd name="connsiteX0" fmla="*/ 0 w 2011680"/>
              <a:gd name="connsiteY0" fmla="*/ 0 h 2825173"/>
              <a:gd name="connsiteX1" fmla="*/ 2011680 w 2011680"/>
              <a:gd name="connsiteY1" fmla="*/ 0 h 2825173"/>
              <a:gd name="connsiteX2" fmla="*/ 2011680 w 2011680"/>
              <a:gd name="connsiteY2" fmla="*/ 2825173 h 2825173"/>
              <a:gd name="connsiteX3" fmla="*/ 0 w 2011680"/>
              <a:gd name="connsiteY3" fmla="*/ 2825173 h 2825173"/>
              <a:gd name="connsiteX4" fmla="*/ 0 w 2011680"/>
              <a:gd name="connsiteY4" fmla="*/ 0 h 2825173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2011680 w 2011680"/>
              <a:gd name="connsiteY2" fmla="*/ 1598 h 2826771"/>
              <a:gd name="connsiteX3" fmla="*/ 2011680 w 2011680"/>
              <a:gd name="connsiteY3" fmla="*/ 2826771 h 2826771"/>
              <a:gd name="connsiteX4" fmla="*/ 0 w 2011680"/>
              <a:gd name="connsiteY4" fmla="*/ 2826771 h 2826771"/>
              <a:gd name="connsiteX5" fmla="*/ 0 w 2011680"/>
              <a:gd name="connsiteY5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358727 w 2011680"/>
              <a:gd name="connsiteY2" fmla="*/ 0 h 2826771"/>
              <a:gd name="connsiteX3" fmla="*/ 2011680 w 2011680"/>
              <a:gd name="connsiteY3" fmla="*/ 1598 h 2826771"/>
              <a:gd name="connsiteX4" fmla="*/ 2011680 w 2011680"/>
              <a:gd name="connsiteY4" fmla="*/ 2826771 h 2826771"/>
              <a:gd name="connsiteX5" fmla="*/ 0 w 2011680"/>
              <a:gd name="connsiteY5" fmla="*/ 2826771 h 2826771"/>
              <a:gd name="connsiteX6" fmla="*/ 0 w 2011680"/>
              <a:gd name="connsiteY6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010112 w 2011680"/>
              <a:gd name="connsiteY2" fmla="*/ 0 h 2826771"/>
              <a:gd name="connsiteX3" fmla="*/ 1358727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012017 w 2011680"/>
              <a:gd name="connsiteY2" fmla="*/ 335280 h 2826771"/>
              <a:gd name="connsiteX3" fmla="*/ 1358727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012017 w 2011680"/>
              <a:gd name="connsiteY2" fmla="*/ 335280 h 2826771"/>
              <a:gd name="connsiteX3" fmla="*/ 1358727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012017 w 2011680"/>
              <a:gd name="connsiteY2" fmla="*/ 335280 h 2826771"/>
              <a:gd name="connsiteX3" fmla="*/ 1358727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012017 w 2011680"/>
              <a:gd name="connsiteY2" fmla="*/ 335280 h 2826771"/>
              <a:gd name="connsiteX3" fmla="*/ 1358727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012017 w 2011680"/>
              <a:gd name="connsiteY2" fmla="*/ 335280 h 2826771"/>
              <a:gd name="connsiteX3" fmla="*/ 1358727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012017 w 2011680"/>
              <a:gd name="connsiteY2" fmla="*/ 335280 h 2826771"/>
              <a:gd name="connsiteX3" fmla="*/ 1358727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012017 w 2011680"/>
              <a:gd name="connsiteY2" fmla="*/ 335280 h 2826771"/>
              <a:gd name="connsiteX3" fmla="*/ 1358727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46257 w 2011680"/>
              <a:gd name="connsiteY1" fmla="*/ 0 h 2826771"/>
              <a:gd name="connsiteX2" fmla="*/ 1012017 w 2011680"/>
              <a:gd name="connsiteY2" fmla="*/ 335280 h 2826771"/>
              <a:gd name="connsiteX3" fmla="*/ 1358727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1680" h="2826771">
                <a:moveTo>
                  <a:pt x="0" y="1598"/>
                </a:moveTo>
                <a:lnTo>
                  <a:pt x="646257" y="0"/>
                </a:lnTo>
                <a:cubicBezTo>
                  <a:pt x="699597" y="218440"/>
                  <a:pt x="783417" y="292100"/>
                  <a:pt x="1012017" y="335280"/>
                </a:cubicBezTo>
                <a:cubicBezTo>
                  <a:pt x="1289512" y="299720"/>
                  <a:pt x="1340312" y="106045"/>
                  <a:pt x="1358727" y="0"/>
                </a:cubicBezTo>
                <a:lnTo>
                  <a:pt x="2011680" y="1598"/>
                </a:lnTo>
                <a:lnTo>
                  <a:pt x="2011680" y="2826771"/>
                </a:lnTo>
                <a:lnTo>
                  <a:pt x="0" y="2826771"/>
                </a:lnTo>
                <a:lnTo>
                  <a:pt x="0" y="1598"/>
                </a:lnTo>
                <a:close/>
              </a:path>
            </a:pathLst>
          </a:custGeo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50ED98-B5D1-206C-403F-FA954F9D2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338" y="4064834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EF54C35-5F8E-4E0A-AB4D-97E38121910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1058" y="4156758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485599-A799-0E8C-D368-451B9DE02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545563" y="2373190"/>
            <a:ext cx="722376" cy="722376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icture Placeholder 62">
            <a:extLst>
              <a:ext uri="{FF2B5EF4-FFF2-40B4-BE49-F238E27FC236}">
                <a16:creationId xmlns:a16="http://schemas.microsoft.com/office/drawing/2014/main" id="{05E8E8EF-4954-870B-04E5-82BC660A6738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554707" y="2379412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 dirty="0"/>
              <a:t>Picture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79F9AD31-B0C5-3563-C73A-8B6297FCFD1C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2900910" y="2756536"/>
            <a:ext cx="2011680" cy="2828676"/>
          </a:xfrm>
          <a:custGeom>
            <a:avLst/>
            <a:gdLst>
              <a:gd name="connsiteX0" fmla="*/ 0 w 2011680"/>
              <a:gd name="connsiteY0" fmla="*/ 0 h 2825173"/>
              <a:gd name="connsiteX1" fmla="*/ 2011680 w 2011680"/>
              <a:gd name="connsiteY1" fmla="*/ 0 h 2825173"/>
              <a:gd name="connsiteX2" fmla="*/ 2011680 w 2011680"/>
              <a:gd name="connsiteY2" fmla="*/ 2825173 h 2825173"/>
              <a:gd name="connsiteX3" fmla="*/ 0 w 2011680"/>
              <a:gd name="connsiteY3" fmla="*/ 2825173 h 2825173"/>
              <a:gd name="connsiteX4" fmla="*/ 0 w 2011680"/>
              <a:gd name="connsiteY4" fmla="*/ 0 h 2825173"/>
              <a:gd name="connsiteX0" fmla="*/ 0 w 2011680"/>
              <a:gd name="connsiteY0" fmla="*/ 4646 h 2829819"/>
              <a:gd name="connsiteX1" fmla="*/ 994434 w 2011680"/>
              <a:gd name="connsiteY1" fmla="*/ 0 h 2829819"/>
              <a:gd name="connsiteX2" fmla="*/ 2011680 w 2011680"/>
              <a:gd name="connsiteY2" fmla="*/ 4646 h 2829819"/>
              <a:gd name="connsiteX3" fmla="*/ 2011680 w 2011680"/>
              <a:gd name="connsiteY3" fmla="*/ 2829819 h 2829819"/>
              <a:gd name="connsiteX4" fmla="*/ 0 w 2011680"/>
              <a:gd name="connsiteY4" fmla="*/ 2829819 h 2829819"/>
              <a:gd name="connsiteX5" fmla="*/ 0 w 2011680"/>
              <a:gd name="connsiteY5" fmla="*/ 4646 h 2829819"/>
              <a:gd name="connsiteX0" fmla="*/ 0 w 2011680"/>
              <a:gd name="connsiteY0" fmla="*/ 4646 h 2829819"/>
              <a:gd name="connsiteX1" fmla="*/ 994434 w 2011680"/>
              <a:gd name="connsiteY1" fmla="*/ 0 h 2829819"/>
              <a:gd name="connsiteX2" fmla="*/ 2011680 w 2011680"/>
              <a:gd name="connsiteY2" fmla="*/ 4646 h 2829819"/>
              <a:gd name="connsiteX3" fmla="*/ 2011680 w 2011680"/>
              <a:gd name="connsiteY3" fmla="*/ 2829819 h 2829819"/>
              <a:gd name="connsiteX4" fmla="*/ 0 w 2011680"/>
              <a:gd name="connsiteY4" fmla="*/ 2829819 h 2829819"/>
              <a:gd name="connsiteX5" fmla="*/ 0 w 2011680"/>
              <a:gd name="connsiteY5" fmla="*/ 4646 h 2829819"/>
              <a:gd name="connsiteX0" fmla="*/ 0 w 2011680"/>
              <a:gd name="connsiteY0" fmla="*/ 4646 h 2829819"/>
              <a:gd name="connsiteX1" fmla="*/ 994434 w 2011680"/>
              <a:gd name="connsiteY1" fmla="*/ 0 h 2829819"/>
              <a:gd name="connsiteX2" fmla="*/ 2011680 w 2011680"/>
              <a:gd name="connsiteY2" fmla="*/ 4646 h 2829819"/>
              <a:gd name="connsiteX3" fmla="*/ 2011680 w 2011680"/>
              <a:gd name="connsiteY3" fmla="*/ 2829819 h 2829819"/>
              <a:gd name="connsiteX4" fmla="*/ 0 w 2011680"/>
              <a:gd name="connsiteY4" fmla="*/ 2829819 h 2829819"/>
              <a:gd name="connsiteX5" fmla="*/ 0 w 2011680"/>
              <a:gd name="connsiteY5" fmla="*/ 4646 h 2829819"/>
              <a:gd name="connsiteX0" fmla="*/ 0 w 2011680"/>
              <a:gd name="connsiteY0" fmla="*/ 4646 h 2829819"/>
              <a:gd name="connsiteX1" fmla="*/ 994434 w 2011680"/>
              <a:gd name="connsiteY1" fmla="*/ 0 h 2829819"/>
              <a:gd name="connsiteX2" fmla="*/ 1362480 w 2011680"/>
              <a:gd name="connsiteY2" fmla="*/ 3048 h 2829819"/>
              <a:gd name="connsiteX3" fmla="*/ 2011680 w 2011680"/>
              <a:gd name="connsiteY3" fmla="*/ 4646 h 2829819"/>
              <a:gd name="connsiteX4" fmla="*/ 2011680 w 2011680"/>
              <a:gd name="connsiteY4" fmla="*/ 2829819 h 2829819"/>
              <a:gd name="connsiteX5" fmla="*/ 0 w 2011680"/>
              <a:gd name="connsiteY5" fmla="*/ 2829819 h 2829819"/>
              <a:gd name="connsiteX6" fmla="*/ 0 w 2011680"/>
              <a:gd name="connsiteY6" fmla="*/ 4646 h 2829819"/>
              <a:gd name="connsiteX0" fmla="*/ 0 w 2011680"/>
              <a:gd name="connsiteY0" fmla="*/ 4646 h 2829819"/>
              <a:gd name="connsiteX1" fmla="*/ 651915 w 2011680"/>
              <a:gd name="connsiteY1" fmla="*/ 1143 h 2829819"/>
              <a:gd name="connsiteX2" fmla="*/ 994434 w 2011680"/>
              <a:gd name="connsiteY2" fmla="*/ 0 h 2829819"/>
              <a:gd name="connsiteX3" fmla="*/ 1362480 w 2011680"/>
              <a:gd name="connsiteY3" fmla="*/ 3048 h 2829819"/>
              <a:gd name="connsiteX4" fmla="*/ 2011680 w 2011680"/>
              <a:gd name="connsiteY4" fmla="*/ 4646 h 2829819"/>
              <a:gd name="connsiteX5" fmla="*/ 2011680 w 2011680"/>
              <a:gd name="connsiteY5" fmla="*/ 2829819 h 2829819"/>
              <a:gd name="connsiteX6" fmla="*/ 0 w 2011680"/>
              <a:gd name="connsiteY6" fmla="*/ 2829819 h 2829819"/>
              <a:gd name="connsiteX7" fmla="*/ 0 w 2011680"/>
              <a:gd name="connsiteY7" fmla="*/ 4646 h 2829819"/>
              <a:gd name="connsiteX0" fmla="*/ 0 w 2011680"/>
              <a:gd name="connsiteY0" fmla="*/ 3503 h 2828676"/>
              <a:gd name="connsiteX1" fmla="*/ 651915 w 2011680"/>
              <a:gd name="connsiteY1" fmla="*/ 0 h 2828676"/>
              <a:gd name="connsiteX2" fmla="*/ 1005864 w 2011680"/>
              <a:gd name="connsiteY2" fmla="*/ 336042 h 2828676"/>
              <a:gd name="connsiteX3" fmla="*/ 1362480 w 2011680"/>
              <a:gd name="connsiteY3" fmla="*/ 1905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  <a:gd name="connsiteX0" fmla="*/ 0 w 2011680"/>
              <a:gd name="connsiteY0" fmla="*/ 3503 h 2828676"/>
              <a:gd name="connsiteX1" fmla="*/ 651915 w 2011680"/>
              <a:gd name="connsiteY1" fmla="*/ 0 h 2828676"/>
              <a:gd name="connsiteX2" fmla="*/ 1005864 w 2011680"/>
              <a:gd name="connsiteY2" fmla="*/ 336042 h 2828676"/>
              <a:gd name="connsiteX3" fmla="*/ 1362480 w 2011680"/>
              <a:gd name="connsiteY3" fmla="*/ 1905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  <a:gd name="connsiteX0" fmla="*/ 0 w 2011680"/>
              <a:gd name="connsiteY0" fmla="*/ 3503 h 2828676"/>
              <a:gd name="connsiteX1" fmla="*/ 651915 w 2011680"/>
              <a:gd name="connsiteY1" fmla="*/ 0 h 2828676"/>
              <a:gd name="connsiteX2" fmla="*/ 1005864 w 2011680"/>
              <a:gd name="connsiteY2" fmla="*/ 336042 h 2828676"/>
              <a:gd name="connsiteX3" fmla="*/ 1362480 w 2011680"/>
              <a:gd name="connsiteY3" fmla="*/ 1905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  <a:gd name="connsiteX0" fmla="*/ 0 w 2011680"/>
              <a:gd name="connsiteY0" fmla="*/ 3503 h 2828676"/>
              <a:gd name="connsiteX1" fmla="*/ 651915 w 2011680"/>
              <a:gd name="connsiteY1" fmla="*/ 0 h 2828676"/>
              <a:gd name="connsiteX2" fmla="*/ 1005864 w 2011680"/>
              <a:gd name="connsiteY2" fmla="*/ 336042 h 2828676"/>
              <a:gd name="connsiteX3" fmla="*/ 1362480 w 2011680"/>
              <a:gd name="connsiteY3" fmla="*/ 1905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  <a:gd name="connsiteX0" fmla="*/ 0 w 2011680"/>
              <a:gd name="connsiteY0" fmla="*/ 3503 h 2828676"/>
              <a:gd name="connsiteX1" fmla="*/ 651915 w 2011680"/>
              <a:gd name="connsiteY1" fmla="*/ 0 h 2828676"/>
              <a:gd name="connsiteX2" fmla="*/ 1005864 w 2011680"/>
              <a:gd name="connsiteY2" fmla="*/ 336042 h 2828676"/>
              <a:gd name="connsiteX3" fmla="*/ 1362480 w 2011680"/>
              <a:gd name="connsiteY3" fmla="*/ 1905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1680" h="2828676">
                <a:moveTo>
                  <a:pt x="0" y="3503"/>
                </a:moveTo>
                <a:lnTo>
                  <a:pt x="651915" y="0"/>
                </a:lnTo>
                <a:cubicBezTo>
                  <a:pt x="665123" y="83439"/>
                  <a:pt x="720241" y="317373"/>
                  <a:pt x="1005864" y="336042"/>
                </a:cubicBezTo>
                <a:cubicBezTo>
                  <a:pt x="1248561" y="340868"/>
                  <a:pt x="1359813" y="80899"/>
                  <a:pt x="1362480" y="1905"/>
                </a:cubicBezTo>
                <a:lnTo>
                  <a:pt x="2011680" y="3503"/>
                </a:lnTo>
                <a:lnTo>
                  <a:pt x="2011680" y="2828676"/>
                </a:lnTo>
                <a:lnTo>
                  <a:pt x="0" y="2828676"/>
                </a:lnTo>
                <a:lnTo>
                  <a:pt x="0" y="3503"/>
                </a:lnTo>
                <a:close/>
              </a:path>
            </a:pathLst>
          </a:custGeo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8643CE-01D9-3E5E-15F6-20689F775F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00911" y="4064834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 Placeholder 51">
            <a:extLst>
              <a:ext uri="{FF2B5EF4-FFF2-40B4-BE49-F238E27FC236}">
                <a16:creationId xmlns:a16="http://schemas.microsoft.com/office/drawing/2014/main" id="{75981CD1-EA26-D1CF-F19E-B58C16BA8A6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46630" y="4156758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44D3449-0EF5-D439-CC36-5C761D35D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761135" y="2373190"/>
            <a:ext cx="722376" cy="722376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icture Placeholder 62">
            <a:extLst>
              <a:ext uri="{FF2B5EF4-FFF2-40B4-BE49-F238E27FC236}">
                <a16:creationId xmlns:a16="http://schemas.microsoft.com/office/drawing/2014/main" id="{4AD0C8C9-DB5A-6DC8-2729-A21F1A5CF174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770280" y="2379412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 dirty="0"/>
              <a:t>Picture</a:t>
            </a:r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3A09BBD1-5CBC-B0EF-71C0-054FCB989B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16484" y="2756535"/>
            <a:ext cx="2011680" cy="2828676"/>
          </a:xfrm>
          <a:custGeom>
            <a:avLst/>
            <a:gdLst>
              <a:gd name="connsiteX0" fmla="*/ 0 w 2011680"/>
              <a:gd name="connsiteY0" fmla="*/ 0 h 2825173"/>
              <a:gd name="connsiteX1" fmla="*/ 2011680 w 2011680"/>
              <a:gd name="connsiteY1" fmla="*/ 0 h 2825173"/>
              <a:gd name="connsiteX2" fmla="*/ 2011680 w 2011680"/>
              <a:gd name="connsiteY2" fmla="*/ 2825173 h 2825173"/>
              <a:gd name="connsiteX3" fmla="*/ 0 w 2011680"/>
              <a:gd name="connsiteY3" fmla="*/ 2825173 h 2825173"/>
              <a:gd name="connsiteX4" fmla="*/ 0 w 2011680"/>
              <a:gd name="connsiteY4" fmla="*/ 0 h 2825173"/>
              <a:gd name="connsiteX0" fmla="*/ 0 w 2011680"/>
              <a:gd name="connsiteY0" fmla="*/ 1598 h 2826771"/>
              <a:gd name="connsiteX1" fmla="*/ 649951 w 2011680"/>
              <a:gd name="connsiteY1" fmla="*/ 0 h 2826771"/>
              <a:gd name="connsiteX2" fmla="*/ 2011680 w 2011680"/>
              <a:gd name="connsiteY2" fmla="*/ 1598 h 2826771"/>
              <a:gd name="connsiteX3" fmla="*/ 2011680 w 2011680"/>
              <a:gd name="connsiteY3" fmla="*/ 2826771 h 2826771"/>
              <a:gd name="connsiteX4" fmla="*/ 0 w 2011680"/>
              <a:gd name="connsiteY4" fmla="*/ 2826771 h 2826771"/>
              <a:gd name="connsiteX5" fmla="*/ 0 w 2011680"/>
              <a:gd name="connsiteY5" fmla="*/ 1598 h 2826771"/>
              <a:gd name="connsiteX0" fmla="*/ 0 w 2011680"/>
              <a:gd name="connsiteY0" fmla="*/ 3503 h 2828676"/>
              <a:gd name="connsiteX1" fmla="*/ 649951 w 2011680"/>
              <a:gd name="connsiteY1" fmla="*/ 1905 h 2828676"/>
              <a:gd name="connsiteX2" fmla="*/ 1358611 w 2011680"/>
              <a:gd name="connsiteY2" fmla="*/ 0 h 2828676"/>
              <a:gd name="connsiteX3" fmla="*/ 2011680 w 2011680"/>
              <a:gd name="connsiteY3" fmla="*/ 3503 h 2828676"/>
              <a:gd name="connsiteX4" fmla="*/ 2011680 w 2011680"/>
              <a:gd name="connsiteY4" fmla="*/ 2828676 h 2828676"/>
              <a:gd name="connsiteX5" fmla="*/ 0 w 2011680"/>
              <a:gd name="connsiteY5" fmla="*/ 2828676 h 2828676"/>
              <a:gd name="connsiteX6" fmla="*/ 0 w 2011680"/>
              <a:gd name="connsiteY6" fmla="*/ 3503 h 2828676"/>
              <a:gd name="connsiteX0" fmla="*/ 0 w 2011680"/>
              <a:gd name="connsiteY0" fmla="*/ 3503 h 2828676"/>
              <a:gd name="connsiteX1" fmla="*/ 649951 w 2011680"/>
              <a:gd name="connsiteY1" fmla="*/ 1905 h 2828676"/>
              <a:gd name="connsiteX2" fmla="*/ 1006186 w 2011680"/>
              <a:gd name="connsiteY2" fmla="*/ 0 h 2828676"/>
              <a:gd name="connsiteX3" fmla="*/ 1358611 w 2011680"/>
              <a:gd name="connsiteY3" fmla="*/ 0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  <a:gd name="connsiteX0" fmla="*/ 0 w 2011680"/>
              <a:gd name="connsiteY0" fmla="*/ 3503 h 2828676"/>
              <a:gd name="connsiteX1" fmla="*/ 649951 w 2011680"/>
              <a:gd name="connsiteY1" fmla="*/ 1905 h 2828676"/>
              <a:gd name="connsiteX2" fmla="*/ 1009996 w 2011680"/>
              <a:gd name="connsiteY2" fmla="*/ 333375 h 2828676"/>
              <a:gd name="connsiteX3" fmla="*/ 1358611 w 2011680"/>
              <a:gd name="connsiteY3" fmla="*/ 0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  <a:gd name="connsiteX0" fmla="*/ 0 w 2011680"/>
              <a:gd name="connsiteY0" fmla="*/ 3503 h 2828676"/>
              <a:gd name="connsiteX1" fmla="*/ 649951 w 2011680"/>
              <a:gd name="connsiteY1" fmla="*/ 1905 h 2828676"/>
              <a:gd name="connsiteX2" fmla="*/ 1009996 w 2011680"/>
              <a:gd name="connsiteY2" fmla="*/ 333375 h 2828676"/>
              <a:gd name="connsiteX3" fmla="*/ 1358611 w 2011680"/>
              <a:gd name="connsiteY3" fmla="*/ 0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  <a:gd name="connsiteX0" fmla="*/ 0 w 2011680"/>
              <a:gd name="connsiteY0" fmla="*/ 3503 h 2828676"/>
              <a:gd name="connsiteX1" fmla="*/ 649951 w 2011680"/>
              <a:gd name="connsiteY1" fmla="*/ 1905 h 2828676"/>
              <a:gd name="connsiteX2" fmla="*/ 1009996 w 2011680"/>
              <a:gd name="connsiteY2" fmla="*/ 333375 h 2828676"/>
              <a:gd name="connsiteX3" fmla="*/ 1358611 w 2011680"/>
              <a:gd name="connsiteY3" fmla="*/ 0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  <a:gd name="connsiteX0" fmla="*/ 0 w 2011680"/>
              <a:gd name="connsiteY0" fmla="*/ 3503 h 2828676"/>
              <a:gd name="connsiteX1" fmla="*/ 649951 w 2011680"/>
              <a:gd name="connsiteY1" fmla="*/ 1905 h 2828676"/>
              <a:gd name="connsiteX2" fmla="*/ 1009996 w 2011680"/>
              <a:gd name="connsiteY2" fmla="*/ 333375 h 2828676"/>
              <a:gd name="connsiteX3" fmla="*/ 1358611 w 2011680"/>
              <a:gd name="connsiteY3" fmla="*/ 0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  <a:gd name="connsiteX0" fmla="*/ 0 w 2011680"/>
              <a:gd name="connsiteY0" fmla="*/ 3503 h 2828676"/>
              <a:gd name="connsiteX1" fmla="*/ 649951 w 2011680"/>
              <a:gd name="connsiteY1" fmla="*/ 1905 h 2828676"/>
              <a:gd name="connsiteX2" fmla="*/ 1009996 w 2011680"/>
              <a:gd name="connsiteY2" fmla="*/ 333375 h 2828676"/>
              <a:gd name="connsiteX3" fmla="*/ 1358611 w 2011680"/>
              <a:gd name="connsiteY3" fmla="*/ 0 h 2828676"/>
              <a:gd name="connsiteX4" fmla="*/ 2011680 w 2011680"/>
              <a:gd name="connsiteY4" fmla="*/ 3503 h 2828676"/>
              <a:gd name="connsiteX5" fmla="*/ 2011680 w 2011680"/>
              <a:gd name="connsiteY5" fmla="*/ 2828676 h 2828676"/>
              <a:gd name="connsiteX6" fmla="*/ 0 w 2011680"/>
              <a:gd name="connsiteY6" fmla="*/ 2828676 h 2828676"/>
              <a:gd name="connsiteX7" fmla="*/ 0 w 2011680"/>
              <a:gd name="connsiteY7" fmla="*/ 3503 h 2828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1680" h="2828676">
                <a:moveTo>
                  <a:pt x="0" y="3503"/>
                </a:moveTo>
                <a:lnTo>
                  <a:pt x="649951" y="1905"/>
                </a:lnTo>
                <a:cubicBezTo>
                  <a:pt x="676621" y="123825"/>
                  <a:pt x="743296" y="316230"/>
                  <a:pt x="1009996" y="333375"/>
                </a:cubicBezTo>
                <a:cubicBezTo>
                  <a:pt x="1261456" y="319405"/>
                  <a:pt x="1349086" y="114935"/>
                  <a:pt x="1358611" y="0"/>
                </a:cubicBezTo>
                <a:lnTo>
                  <a:pt x="2011680" y="3503"/>
                </a:lnTo>
                <a:lnTo>
                  <a:pt x="2011680" y="2828676"/>
                </a:lnTo>
                <a:lnTo>
                  <a:pt x="0" y="2828676"/>
                </a:lnTo>
                <a:lnTo>
                  <a:pt x="0" y="3503"/>
                </a:lnTo>
                <a:close/>
              </a:path>
            </a:pathLst>
          </a:custGeo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F82DDD-EDEC-7D87-F43A-113C5E4A4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16484" y="4064834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 Placeholder 51">
            <a:extLst>
              <a:ext uri="{FF2B5EF4-FFF2-40B4-BE49-F238E27FC236}">
                <a16:creationId xmlns:a16="http://schemas.microsoft.com/office/drawing/2014/main" id="{F02DE2DC-F65C-32A5-5821-89FB2F53C3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2204" y="4156758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76F2D13-53B7-CE37-EA90-449A726B8A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976707" y="2373190"/>
            <a:ext cx="722376" cy="722376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139354A0-F5DF-3AC5-5E8B-A41146C26F3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985853" y="2379412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 dirty="0"/>
              <a:t>Picture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84A0326-A0B8-1723-B8BA-B015344F2D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2057" y="2758440"/>
            <a:ext cx="2011680" cy="2826771"/>
          </a:xfrm>
          <a:custGeom>
            <a:avLst/>
            <a:gdLst>
              <a:gd name="connsiteX0" fmla="*/ 0 w 2011680"/>
              <a:gd name="connsiteY0" fmla="*/ 0 h 2825173"/>
              <a:gd name="connsiteX1" fmla="*/ 2011680 w 2011680"/>
              <a:gd name="connsiteY1" fmla="*/ 0 h 2825173"/>
              <a:gd name="connsiteX2" fmla="*/ 2011680 w 2011680"/>
              <a:gd name="connsiteY2" fmla="*/ 2825173 h 2825173"/>
              <a:gd name="connsiteX3" fmla="*/ 0 w 2011680"/>
              <a:gd name="connsiteY3" fmla="*/ 2825173 h 2825173"/>
              <a:gd name="connsiteX4" fmla="*/ 0 w 2011680"/>
              <a:gd name="connsiteY4" fmla="*/ 0 h 2825173"/>
              <a:gd name="connsiteX0" fmla="*/ 0 w 2011680"/>
              <a:gd name="connsiteY0" fmla="*/ 1598 h 2826771"/>
              <a:gd name="connsiteX1" fmla="*/ 651163 w 2011680"/>
              <a:gd name="connsiteY1" fmla="*/ 0 h 2826771"/>
              <a:gd name="connsiteX2" fmla="*/ 2011680 w 2011680"/>
              <a:gd name="connsiteY2" fmla="*/ 1598 h 2826771"/>
              <a:gd name="connsiteX3" fmla="*/ 2011680 w 2011680"/>
              <a:gd name="connsiteY3" fmla="*/ 2826771 h 2826771"/>
              <a:gd name="connsiteX4" fmla="*/ 0 w 2011680"/>
              <a:gd name="connsiteY4" fmla="*/ 2826771 h 2826771"/>
              <a:gd name="connsiteX5" fmla="*/ 0 w 2011680"/>
              <a:gd name="connsiteY5" fmla="*/ 1598 h 2826771"/>
              <a:gd name="connsiteX0" fmla="*/ 0 w 2011680"/>
              <a:gd name="connsiteY0" fmla="*/ 1598 h 2826771"/>
              <a:gd name="connsiteX1" fmla="*/ 651163 w 2011680"/>
              <a:gd name="connsiteY1" fmla="*/ 0 h 2826771"/>
              <a:gd name="connsiteX2" fmla="*/ 1357283 w 2011680"/>
              <a:gd name="connsiteY2" fmla="*/ 2540 h 2826771"/>
              <a:gd name="connsiteX3" fmla="*/ 2011680 w 2011680"/>
              <a:gd name="connsiteY3" fmla="*/ 1598 h 2826771"/>
              <a:gd name="connsiteX4" fmla="*/ 2011680 w 2011680"/>
              <a:gd name="connsiteY4" fmla="*/ 2826771 h 2826771"/>
              <a:gd name="connsiteX5" fmla="*/ 0 w 2011680"/>
              <a:gd name="connsiteY5" fmla="*/ 2826771 h 2826771"/>
              <a:gd name="connsiteX6" fmla="*/ 0 w 2011680"/>
              <a:gd name="connsiteY6" fmla="*/ 1598 h 2826771"/>
              <a:gd name="connsiteX0" fmla="*/ 0 w 2011680"/>
              <a:gd name="connsiteY0" fmla="*/ 1598 h 2826771"/>
              <a:gd name="connsiteX1" fmla="*/ 651163 w 2011680"/>
              <a:gd name="connsiteY1" fmla="*/ 0 h 2826771"/>
              <a:gd name="connsiteX2" fmla="*/ 1014383 w 2011680"/>
              <a:gd name="connsiteY2" fmla="*/ 330200 h 2826771"/>
              <a:gd name="connsiteX3" fmla="*/ 1357283 w 2011680"/>
              <a:gd name="connsiteY3" fmla="*/ 254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51163 w 2011680"/>
              <a:gd name="connsiteY1" fmla="*/ 0 h 2826771"/>
              <a:gd name="connsiteX2" fmla="*/ 1014383 w 2011680"/>
              <a:gd name="connsiteY2" fmla="*/ 330200 h 2826771"/>
              <a:gd name="connsiteX3" fmla="*/ 1357283 w 2011680"/>
              <a:gd name="connsiteY3" fmla="*/ 254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51163 w 2011680"/>
              <a:gd name="connsiteY1" fmla="*/ 0 h 2826771"/>
              <a:gd name="connsiteX2" fmla="*/ 1014383 w 2011680"/>
              <a:gd name="connsiteY2" fmla="*/ 330200 h 2826771"/>
              <a:gd name="connsiteX3" fmla="*/ 1357283 w 2011680"/>
              <a:gd name="connsiteY3" fmla="*/ 254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51163 w 2011680"/>
              <a:gd name="connsiteY1" fmla="*/ 0 h 2826771"/>
              <a:gd name="connsiteX2" fmla="*/ 1014383 w 2011680"/>
              <a:gd name="connsiteY2" fmla="*/ 330200 h 2826771"/>
              <a:gd name="connsiteX3" fmla="*/ 1357283 w 2011680"/>
              <a:gd name="connsiteY3" fmla="*/ 254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51163 w 2011680"/>
              <a:gd name="connsiteY1" fmla="*/ 0 h 2826771"/>
              <a:gd name="connsiteX2" fmla="*/ 1014383 w 2011680"/>
              <a:gd name="connsiteY2" fmla="*/ 330200 h 2826771"/>
              <a:gd name="connsiteX3" fmla="*/ 1357283 w 2011680"/>
              <a:gd name="connsiteY3" fmla="*/ 254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51163 w 2011680"/>
              <a:gd name="connsiteY1" fmla="*/ 0 h 2826771"/>
              <a:gd name="connsiteX2" fmla="*/ 1014383 w 2011680"/>
              <a:gd name="connsiteY2" fmla="*/ 330200 h 2826771"/>
              <a:gd name="connsiteX3" fmla="*/ 1357283 w 2011680"/>
              <a:gd name="connsiteY3" fmla="*/ 254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1680" h="2826771">
                <a:moveTo>
                  <a:pt x="0" y="1598"/>
                </a:moveTo>
                <a:lnTo>
                  <a:pt x="651163" y="0"/>
                </a:lnTo>
                <a:cubicBezTo>
                  <a:pt x="681643" y="210820"/>
                  <a:pt x="861983" y="330200"/>
                  <a:pt x="1014383" y="330200"/>
                </a:cubicBezTo>
                <a:cubicBezTo>
                  <a:pt x="1164243" y="312420"/>
                  <a:pt x="1331883" y="218440"/>
                  <a:pt x="1357283" y="2540"/>
                </a:cubicBezTo>
                <a:lnTo>
                  <a:pt x="2011680" y="1598"/>
                </a:lnTo>
                <a:lnTo>
                  <a:pt x="2011680" y="2826771"/>
                </a:lnTo>
                <a:lnTo>
                  <a:pt x="0" y="2826771"/>
                </a:lnTo>
                <a:lnTo>
                  <a:pt x="0" y="1598"/>
                </a:lnTo>
                <a:close/>
              </a:path>
            </a:pathLst>
          </a:custGeo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0053FE-E44A-CA97-F782-67FC633E72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32057" y="4064834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 Placeholder 51">
            <a:extLst>
              <a:ext uri="{FF2B5EF4-FFF2-40B4-BE49-F238E27FC236}">
                <a16:creationId xmlns:a16="http://schemas.microsoft.com/office/drawing/2014/main" id="{E9730E82-F317-686A-8777-D81705BCC7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377777" y="4156758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88DB6F-1A86-5713-2420-7554D75CB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190018" y="2373190"/>
            <a:ext cx="722376" cy="722376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icture Placeholder 62">
            <a:extLst>
              <a:ext uri="{FF2B5EF4-FFF2-40B4-BE49-F238E27FC236}">
                <a16:creationId xmlns:a16="http://schemas.microsoft.com/office/drawing/2014/main" id="{D5BF3A8A-72F1-392E-855B-5B36E244A7F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0201425" y="2379412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 dirty="0"/>
              <a:t>Picture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0E3B57F3-1903-446F-D989-D6CA342D08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47629" y="2758440"/>
            <a:ext cx="2011680" cy="2826771"/>
          </a:xfrm>
          <a:custGeom>
            <a:avLst/>
            <a:gdLst>
              <a:gd name="connsiteX0" fmla="*/ 0 w 2011680"/>
              <a:gd name="connsiteY0" fmla="*/ 0 h 2825173"/>
              <a:gd name="connsiteX1" fmla="*/ 2011680 w 2011680"/>
              <a:gd name="connsiteY1" fmla="*/ 0 h 2825173"/>
              <a:gd name="connsiteX2" fmla="*/ 2011680 w 2011680"/>
              <a:gd name="connsiteY2" fmla="*/ 2825173 h 2825173"/>
              <a:gd name="connsiteX3" fmla="*/ 0 w 2011680"/>
              <a:gd name="connsiteY3" fmla="*/ 2825173 h 2825173"/>
              <a:gd name="connsiteX4" fmla="*/ 0 w 2011680"/>
              <a:gd name="connsiteY4" fmla="*/ 0 h 2825173"/>
              <a:gd name="connsiteX0" fmla="*/ 0 w 2011680"/>
              <a:gd name="connsiteY0" fmla="*/ 0 h 2825173"/>
              <a:gd name="connsiteX1" fmla="*/ 655551 w 2011680"/>
              <a:gd name="connsiteY1" fmla="*/ 942 h 2825173"/>
              <a:gd name="connsiteX2" fmla="*/ 2011680 w 2011680"/>
              <a:gd name="connsiteY2" fmla="*/ 0 h 2825173"/>
              <a:gd name="connsiteX3" fmla="*/ 2011680 w 2011680"/>
              <a:gd name="connsiteY3" fmla="*/ 2825173 h 2825173"/>
              <a:gd name="connsiteX4" fmla="*/ 0 w 2011680"/>
              <a:gd name="connsiteY4" fmla="*/ 2825173 h 2825173"/>
              <a:gd name="connsiteX5" fmla="*/ 0 w 2011680"/>
              <a:gd name="connsiteY5" fmla="*/ 0 h 2825173"/>
              <a:gd name="connsiteX0" fmla="*/ 0 w 2011680"/>
              <a:gd name="connsiteY0" fmla="*/ 1598 h 2826771"/>
              <a:gd name="connsiteX1" fmla="*/ 655551 w 2011680"/>
              <a:gd name="connsiteY1" fmla="*/ 2540 h 2826771"/>
              <a:gd name="connsiteX2" fmla="*/ 1364211 w 2011680"/>
              <a:gd name="connsiteY2" fmla="*/ 0 h 2826771"/>
              <a:gd name="connsiteX3" fmla="*/ 2011680 w 2011680"/>
              <a:gd name="connsiteY3" fmla="*/ 1598 h 2826771"/>
              <a:gd name="connsiteX4" fmla="*/ 2011680 w 2011680"/>
              <a:gd name="connsiteY4" fmla="*/ 2826771 h 2826771"/>
              <a:gd name="connsiteX5" fmla="*/ 0 w 2011680"/>
              <a:gd name="connsiteY5" fmla="*/ 2826771 h 2826771"/>
              <a:gd name="connsiteX6" fmla="*/ 0 w 2011680"/>
              <a:gd name="connsiteY6" fmla="*/ 1598 h 2826771"/>
              <a:gd name="connsiteX0" fmla="*/ 0 w 2011680"/>
              <a:gd name="connsiteY0" fmla="*/ 1598 h 2826771"/>
              <a:gd name="connsiteX1" fmla="*/ 655551 w 2011680"/>
              <a:gd name="connsiteY1" fmla="*/ 2540 h 2826771"/>
              <a:gd name="connsiteX2" fmla="*/ 1016231 w 2011680"/>
              <a:gd name="connsiteY2" fmla="*/ 327660 h 2826771"/>
              <a:gd name="connsiteX3" fmla="*/ 1364211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55551 w 2011680"/>
              <a:gd name="connsiteY1" fmla="*/ 2540 h 2826771"/>
              <a:gd name="connsiteX2" fmla="*/ 1016231 w 2011680"/>
              <a:gd name="connsiteY2" fmla="*/ 327660 h 2826771"/>
              <a:gd name="connsiteX3" fmla="*/ 1364211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55551 w 2011680"/>
              <a:gd name="connsiteY1" fmla="*/ 2540 h 2826771"/>
              <a:gd name="connsiteX2" fmla="*/ 1016231 w 2011680"/>
              <a:gd name="connsiteY2" fmla="*/ 327660 h 2826771"/>
              <a:gd name="connsiteX3" fmla="*/ 1364211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55551 w 2011680"/>
              <a:gd name="connsiteY1" fmla="*/ 2540 h 2826771"/>
              <a:gd name="connsiteX2" fmla="*/ 1016231 w 2011680"/>
              <a:gd name="connsiteY2" fmla="*/ 327660 h 2826771"/>
              <a:gd name="connsiteX3" fmla="*/ 1364211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  <a:gd name="connsiteX0" fmla="*/ 0 w 2011680"/>
              <a:gd name="connsiteY0" fmla="*/ 1598 h 2826771"/>
              <a:gd name="connsiteX1" fmla="*/ 655551 w 2011680"/>
              <a:gd name="connsiteY1" fmla="*/ 2540 h 2826771"/>
              <a:gd name="connsiteX2" fmla="*/ 1016231 w 2011680"/>
              <a:gd name="connsiteY2" fmla="*/ 327660 h 2826771"/>
              <a:gd name="connsiteX3" fmla="*/ 1364211 w 2011680"/>
              <a:gd name="connsiteY3" fmla="*/ 0 h 2826771"/>
              <a:gd name="connsiteX4" fmla="*/ 2011680 w 2011680"/>
              <a:gd name="connsiteY4" fmla="*/ 1598 h 2826771"/>
              <a:gd name="connsiteX5" fmla="*/ 2011680 w 2011680"/>
              <a:gd name="connsiteY5" fmla="*/ 2826771 h 2826771"/>
              <a:gd name="connsiteX6" fmla="*/ 0 w 2011680"/>
              <a:gd name="connsiteY6" fmla="*/ 2826771 h 2826771"/>
              <a:gd name="connsiteX7" fmla="*/ 0 w 2011680"/>
              <a:gd name="connsiteY7" fmla="*/ 1598 h 2826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1680" h="2826771">
                <a:moveTo>
                  <a:pt x="0" y="1598"/>
                </a:moveTo>
                <a:lnTo>
                  <a:pt x="655551" y="2540"/>
                </a:lnTo>
                <a:cubicBezTo>
                  <a:pt x="686031" y="198120"/>
                  <a:pt x="833351" y="335280"/>
                  <a:pt x="1016231" y="327660"/>
                </a:cubicBezTo>
                <a:cubicBezTo>
                  <a:pt x="1205884" y="340360"/>
                  <a:pt x="1362518" y="137160"/>
                  <a:pt x="1364211" y="0"/>
                </a:cubicBezTo>
                <a:lnTo>
                  <a:pt x="2011680" y="1598"/>
                </a:lnTo>
                <a:lnTo>
                  <a:pt x="2011680" y="2826771"/>
                </a:lnTo>
                <a:lnTo>
                  <a:pt x="0" y="2826771"/>
                </a:lnTo>
                <a:lnTo>
                  <a:pt x="0" y="1598"/>
                </a:lnTo>
                <a:close/>
              </a:path>
            </a:pathLst>
          </a:custGeo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7E492E-967F-54B7-55B1-08A5E1C36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547629" y="4064834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2AED5DDC-3165-FA12-0310-E3545223E2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93349" y="4156758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8725162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2DECB02-D9CE-E57A-0604-BFF41EC38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838450" cy="2857958"/>
          </a:xfrm>
          <a:custGeom>
            <a:avLst/>
            <a:gdLst>
              <a:gd name="connsiteX0" fmla="*/ 1971005 w 2838450"/>
              <a:gd name="connsiteY0" fmla="*/ 0 h 2857958"/>
              <a:gd name="connsiteX1" fmla="*/ 2838450 w 2838450"/>
              <a:gd name="connsiteY1" fmla="*/ 0 h 2857958"/>
              <a:gd name="connsiteX2" fmla="*/ 2838450 w 2838450"/>
              <a:gd name="connsiteY2" fmla="*/ 7240 h 2857958"/>
              <a:gd name="connsiteX3" fmla="*/ 278890 w 2838450"/>
              <a:gd name="connsiteY3" fmla="*/ 2843883 h 2857958"/>
              <a:gd name="connsiteX4" fmla="*/ 0 w 2838450"/>
              <a:gd name="connsiteY4" fmla="*/ 2857958 h 2857958"/>
              <a:gd name="connsiteX5" fmla="*/ 0 w 2838450"/>
              <a:gd name="connsiteY5" fmla="*/ 1990580 h 2857958"/>
              <a:gd name="connsiteX6" fmla="*/ 190293 w 2838450"/>
              <a:gd name="connsiteY6" fmla="*/ 1980883 h 2857958"/>
              <a:gd name="connsiteX7" fmla="*/ 1960910 w 2838450"/>
              <a:gd name="connsiteY7" fmla="*/ 200390 h 2857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838450" h="2857958">
                <a:moveTo>
                  <a:pt x="1971005" y="0"/>
                </a:moveTo>
                <a:lnTo>
                  <a:pt x="2838450" y="0"/>
                </a:lnTo>
                <a:lnTo>
                  <a:pt x="2838450" y="7240"/>
                </a:lnTo>
                <a:cubicBezTo>
                  <a:pt x="2838450" y="1484015"/>
                  <a:pt x="1716931" y="2697914"/>
                  <a:pt x="278890" y="2843883"/>
                </a:cubicBezTo>
                <a:lnTo>
                  <a:pt x="0" y="2857958"/>
                </a:lnTo>
                <a:lnTo>
                  <a:pt x="0" y="1990580"/>
                </a:lnTo>
                <a:lnTo>
                  <a:pt x="190293" y="1980883"/>
                </a:lnTo>
                <a:cubicBezTo>
                  <a:pt x="1124600" y="1885128"/>
                  <a:pt x="1866185" y="1135788"/>
                  <a:pt x="1960910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8E760EA-7D83-1DF2-A8EE-4F218084E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1970627" cy="1990267"/>
          </a:xfrm>
          <a:custGeom>
            <a:avLst/>
            <a:gdLst>
              <a:gd name="connsiteX0" fmla="*/ 0 w 1970627"/>
              <a:gd name="connsiteY0" fmla="*/ 0 h 1990267"/>
              <a:gd name="connsiteX1" fmla="*/ 1970627 w 1970627"/>
              <a:gd name="connsiteY1" fmla="*/ 0 h 1990267"/>
              <a:gd name="connsiteX2" fmla="*/ 1960534 w 1970627"/>
              <a:gd name="connsiteY2" fmla="*/ 200357 h 1990267"/>
              <a:gd name="connsiteX3" fmla="*/ 190254 w 1970627"/>
              <a:gd name="connsiteY3" fmla="*/ 1980571 h 1990267"/>
              <a:gd name="connsiteX4" fmla="*/ 0 w 1970627"/>
              <a:gd name="connsiteY4" fmla="*/ 1990267 h 199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70627" h="1990267">
                <a:moveTo>
                  <a:pt x="0" y="0"/>
                </a:moveTo>
                <a:lnTo>
                  <a:pt x="1970627" y="0"/>
                </a:lnTo>
                <a:lnTo>
                  <a:pt x="1960534" y="200357"/>
                </a:lnTo>
                <a:cubicBezTo>
                  <a:pt x="1865827" y="1135608"/>
                  <a:pt x="1124383" y="1884831"/>
                  <a:pt x="190254" y="1980571"/>
                </a:cubicBezTo>
                <a:lnTo>
                  <a:pt x="0" y="1990267"/>
                </a:lnTo>
                <a:close/>
              </a:path>
            </a:pathLst>
          </a:custGeom>
          <a:solidFill>
            <a:srgbClr val="F5CDC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F3F3353-78A1-F584-81A6-9513382DF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1003449" cy="1013015"/>
          </a:xfrm>
          <a:custGeom>
            <a:avLst/>
            <a:gdLst>
              <a:gd name="connsiteX0" fmla="*/ 0 w 1003449"/>
              <a:gd name="connsiteY0" fmla="*/ 0 h 1013015"/>
              <a:gd name="connsiteX1" fmla="*/ 1003449 w 1003449"/>
              <a:gd name="connsiteY1" fmla="*/ 0 h 1013015"/>
              <a:gd name="connsiteX2" fmla="*/ 998306 w 1003449"/>
              <a:gd name="connsiteY2" fmla="*/ 100639 h 1013015"/>
              <a:gd name="connsiteX3" fmla="*/ 90663 w 1003449"/>
              <a:gd name="connsiteY3" fmla="*/ 1008380 h 1013015"/>
              <a:gd name="connsiteX4" fmla="*/ 0 w 1003449"/>
              <a:gd name="connsiteY4" fmla="*/ 1013015 h 10130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03449" h="1013015">
                <a:moveTo>
                  <a:pt x="0" y="0"/>
                </a:moveTo>
                <a:lnTo>
                  <a:pt x="1003449" y="0"/>
                </a:lnTo>
                <a:lnTo>
                  <a:pt x="998306" y="100639"/>
                </a:lnTo>
                <a:cubicBezTo>
                  <a:pt x="949402" y="576784"/>
                  <a:pt x="566756" y="959471"/>
                  <a:pt x="90663" y="1008380"/>
                </a:cubicBezTo>
                <a:lnTo>
                  <a:pt x="0" y="101301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8952" y="731520"/>
            <a:ext cx="10671048" cy="2126438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1A846E-CBB1-9805-456D-0C0B89091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58332" y="590133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AB1DF8DE-0EED-2627-4B5E-266C0BC276B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5338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5AE99EEE-38C4-CB2D-EEA0-8A2EB6F129E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2900911" y="3017520"/>
            <a:ext cx="1993392" cy="557784"/>
          </a:xfr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A90F0AE-69F4-EBD3-AED1-81E98D3481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16484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9E49243-B04A-D7AF-B4C7-8E1AE776F8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2057" y="3017520"/>
            <a:ext cx="1993392" cy="557784"/>
          </a:xfr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780DCD4-46DE-8C31-9F39-FC6E45FC1E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47629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6BE61D7-B0A3-902B-4F58-727982880E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39398" y="4187681"/>
            <a:ext cx="10812360" cy="0"/>
          </a:xfrm>
          <a:prstGeom prst="line">
            <a:avLst/>
          </a:prstGeom>
          <a:ln w="127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35B4623-C6B7-83B6-05A1-17D69EA8D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669440" y="4056839"/>
            <a:ext cx="81643" cy="26125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16B48C-2241-2A09-2A32-FB55BCFD6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3881150" y="4056839"/>
            <a:ext cx="81643" cy="261257"/>
          </a:xfrm>
          <a:prstGeom prst="rect">
            <a:avLst/>
          </a:prstGeom>
          <a:solidFill>
            <a:srgbClr val="F5CD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DC7B0C-730B-4FE8-3BFD-D787B1950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6045016" y="4056839"/>
            <a:ext cx="81643" cy="26125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7B2BF2-C193-18BC-3798-C9611C418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8264631" y="4056839"/>
            <a:ext cx="81643" cy="261257"/>
          </a:xfrm>
          <a:prstGeom prst="rect">
            <a:avLst/>
          </a:prstGeom>
          <a:solidFill>
            <a:srgbClr val="F5CD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8E087E-B71E-C8CE-2C40-B3EACA40D2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475505" y="4056839"/>
            <a:ext cx="81643" cy="26125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 Placeholder 51">
            <a:extLst>
              <a:ext uri="{FF2B5EF4-FFF2-40B4-BE49-F238E27FC236}">
                <a16:creationId xmlns:a16="http://schemas.microsoft.com/office/drawing/2014/main" id="{9FBDF935-4925-03EC-CBC9-1EBA90DF84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85338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7" name="Text Placeholder 51">
            <a:extLst>
              <a:ext uri="{FF2B5EF4-FFF2-40B4-BE49-F238E27FC236}">
                <a16:creationId xmlns:a16="http://schemas.microsoft.com/office/drawing/2014/main" id="{9BB76AA7-442D-54A7-D075-C67F4743896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00911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8" name="Text Placeholder 51">
            <a:extLst>
              <a:ext uri="{FF2B5EF4-FFF2-40B4-BE49-F238E27FC236}">
                <a16:creationId xmlns:a16="http://schemas.microsoft.com/office/drawing/2014/main" id="{9E419856-1586-F2D8-A1B4-F67FEE9839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16484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9" name="Text Placeholder 51">
            <a:extLst>
              <a:ext uri="{FF2B5EF4-FFF2-40B4-BE49-F238E27FC236}">
                <a16:creationId xmlns:a16="http://schemas.microsoft.com/office/drawing/2014/main" id="{AED74DD2-EAE3-76BF-56B9-C04FCED1F2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332057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0" name="Text Placeholder 51">
            <a:extLst>
              <a:ext uri="{FF2B5EF4-FFF2-40B4-BE49-F238E27FC236}">
                <a16:creationId xmlns:a16="http://schemas.microsoft.com/office/drawing/2014/main" id="{0A39AD48-2F98-C0C9-DE08-CED7EBF816B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47629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850335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6784" y="701702"/>
            <a:ext cx="7439243" cy="1309978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986784" y="2071314"/>
            <a:ext cx="3813048" cy="73050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b="0" cap="all" baseline="0"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986784" y="2877312"/>
            <a:ext cx="3803992" cy="3684588"/>
          </a:xfrm>
        </p:spPr>
        <p:txBody>
          <a:bodyPr lIns="45720" rIns="45720" bIns="45720">
            <a:norm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7857877" y="2071314"/>
            <a:ext cx="3568150" cy="73050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b="0" cap="all" baseline="0"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7857877" y="2877312"/>
            <a:ext cx="3568150" cy="3684588"/>
          </a:xfrm>
        </p:spPr>
        <p:txBody>
          <a:bodyPr lIns="45720" rIns="45720" bIns="45720">
            <a:norm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710313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45A0A-815D-3414-088B-C041E6742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8952" y="741458"/>
            <a:ext cx="10671048" cy="145985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B5E29-6335-83BC-FA01-FAE422D2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476D1-B61A-E9FD-E266-768B405CC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4" name="Picture Placeholder 62">
            <a:extLst>
              <a:ext uri="{FF2B5EF4-FFF2-40B4-BE49-F238E27FC236}">
                <a16:creationId xmlns:a16="http://schemas.microsoft.com/office/drawing/2014/main" id="{2F18FBB7-2D21-7954-1324-C7D3BFE5C85D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1911096" y="2407653"/>
            <a:ext cx="932688" cy="932688"/>
          </a:xfrm>
          <a:prstGeom prst="ellipse">
            <a:avLst/>
          </a:prstGeom>
          <a:solidFill>
            <a:schemeClr val="accent3"/>
          </a:solidFill>
        </p:spPr>
        <p:txBody>
          <a:bodyPr lIns="91440" tIns="0" rIns="91440" bIns="0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 dirty="0"/>
              <a:t>Picture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C025625F-8274-840F-6DD8-D36687CB8F7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3232" y="2885439"/>
            <a:ext cx="3328416" cy="3563861"/>
          </a:xfrm>
          <a:custGeom>
            <a:avLst/>
            <a:gdLst>
              <a:gd name="connsiteX0" fmla="*/ 0 w 3328416"/>
              <a:gd name="connsiteY0" fmla="*/ 0 h 3557016"/>
              <a:gd name="connsiteX1" fmla="*/ 3328416 w 3328416"/>
              <a:gd name="connsiteY1" fmla="*/ 0 h 3557016"/>
              <a:gd name="connsiteX2" fmla="*/ 3328416 w 3328416"/>
              <a:gd name="connsiteY2" fmla="*/ 3557016 h 3557016"/>
              <a:gd name="connsiteX3" fmla="*/ 0 w 3328416"/>
              <a:gd name="connsiteY3" fmla="*/ 3557016 h 3557016"/>
              <a:gd name="connsiteX4" fmla="*/ 0 w 3328416"/>
              <a:gd name="connsiteY4" fmla="*/ 0 h 3557016"/>
              <a:gd name="connsiteX0" fmla="*/ 0 w 3328416"/>
              <a:gd name="connsiteY0" fmla="*/ 6845 h 3563861"/>
              <a:gd name="connsiteX1" fmla="*/ 1191768 w 3328416"/>
              <a:gd name="connsiteY1" fmla="*/ 0 h 3563861"/>
              <a:gd name="connsiteX2" fmla="*/ 3328416 w 3328416"/>
              <a:gd name="connsiteY2" fmla="*/ 6845 h 3563861"/>
              <a:gd name="connsiteX3" fmla="*/ 3328416 w 3328416"/>
              <a:gd name="connsiteY3" fmla="*/ 3563861 h 3563861"/>
              <a:gd name="connsiteX4" fmla="*/ 0 w 3328416"/>
              <a:gd name="connsiteY4" fmla="*/ 3563861 h 3563861"/>
              <a:gd name="connsiteX5" fmla="*/ 0 w 3328416"/>
              <a:gd name="connsiteY5" fmla="*/ 6845 h 3563861"/>
              <a:gd name="connsiteX0" fmla="*/ 0 w 3328416"/>
              <a:gd name="connsiteY0" fmla="*/ 6845 h 3563861"/>
              <a:gd name="connsiteX1" fmla="*/ 1191768 w 3328416"/>
              <a:gd name="connsiteY1" fmla="*/ 0 h 3563861"/>
              <a:gd name="connsiteX2" fmla="*/ 2126488 w 3328416"/>
              <a:gd name="connsiteY2" fmla="*/ 1 h 3563861"/>
              <a:gd name="connsiteX3" fmla="*/ 3328416 w 3328416"/>
              <a:gd name="connsiteY3" fmla="*/ 6845 h 3563861"/>
              <a:gd name="connsiteX4" fmla="*/ 3328416 w 3328416"/>
              <a:gd name="connsiteY4" fmla="*/ 3563861 h 3563861"/>
              <a:gd name="connsiteX5" fmla="*/ 0 w 3328416"/>
              <a:gd name="connsiteY5" fmla="*/ 3563861 h 3563861"/>
              <a:gd name="connsiteX6" fmla="*/ 0 w 3328416"/>
              <a:gd name="connsiteY6" fmla="*/ 6845 h 3563861"/>
              <a:gd name="connsiteX0" fmla="*/ 0 w 3328416"/>
              <a:gd name="connsiteY0" fmla="*/ 6845 h 3563861"/>
              <a:gd name="connsiteX1" fmla="*/ 1191768 w 3328416"/>
              <a:gd name="connsiteY1" fmla="*/ 0 h 3563861"/>
              <a:gd name="connsiteX2" fmla="*/ 2126488 w 3328416"/>
              <a:gd name="connsiteY2" fmla="*/ 1 h 3563861"/>
              <a:gd name="connsiteX3" fmla="*/ 3328416 w 3328416"/>
              <a:gd name="connsiteY3" fmla="*/ 6845 h 3563861"/>
              <a:gd name="connsiteX4" fmla="*/ 3328416 w 3328416"/>
              <a:gd name="connsiteY4" fmla="*/ 3563861 h 3563861"/>
              <a:gd name="connsiteX5" fmla="*/ 0 w 3328416"/>
              <a:gd name="connsiteY5" fmla="*/ 3563861 h 3563861"/>
              <a:gd name="connsiteX6" fmla="*/ 0 w 3328416"/>
              <a:gd name="connsiteY6" fmla="*/ 6845 h 3563861"/>
              <a:gd name="connsiteX0" fmla="*/ 0 w 3328416"/>
              <a:gd name="connsiteY0" fmla="*/ 6845 h 3563861"/>
              <a:gd name="connsiteX1" fmla="*/ 1191768 w 3328416"/>
              <a:gd name="connsiteY1" fmla="*/ 0 h 3563861"/>
              <a:gd name="connsiteX2" fmla="*/ 2126488 w 3328416"/>
              <a:gd name="connsiteY2" fmla="*/ 1 h 3563861"/>
              <a:gd name="connsiteX3" fmla="*/ 3328416 w 3328416"/>
              <a:gd name="connsiteY3" fmla="*/ 6845 h 3563861"/>
              <a:gd name="connsiteX4" fmla="*/ 3328416 w 3328416"/>
              <a:gd name="connsiteY4" fmla="*/ 3563861 h 3563861"/>
              <a:gd name="connsiteX5" fmla="*/ 0 w 3328416"/>
              <a:gd name="connsiteY5" fmla="*/ 3563861 h 3563861"/>
              <a:gd name="connsiteX6" fmla="*/ 0 w 3328416"/>
              <a:gd name="connsiteY6" fmla="*/ 6845 h 3563861"/>
              <a:gd name="connsiteX0" fmla="*/ 0 w 3328416"/>
              <a:gd name="connsiteY0" fmla="*/ 6845 h 3563861"/>
              <a:gd name="connsiteX1" fmla="*/ 1191768 w 3328416"/>
              <a:gd name="connsiteY1" fmla="*/ 0 h 3563861"/>
              <a:gd name="connsiteX2" fmla="*/ 1679448 w 3328416"/>
              <a:gd name="connsiteY2" fmla="*/ 452121 h 3563861"/>
              <a:gd name="connsiteX3" fmla="*/ 2126488 w 3328416"/>
              <a:gd name="connsiteY3" fmla="*/ 1 h 3563861"/>
              <a:gd name="connsiteX4" fmla="*/ 3328416 w 3328416"/>
              <a:gd name="connsiteY4" fmla="*/ 6845 h 3563861"/>
              <a:gd name="connsiteX5" fmla="*/ 3328416 w 3328416"/>
              <a:gd name="connsiteY5" fmla="*/ 3563861 h 3563861"/>
              <a:gd name="connsiteX6" fmla="*/ 0 w 3328416"/>
              <a:gd name="connsiteY6" fmla="*/ 3563861 h 3563861"/>
              <a:gd name="connsiteX7" fmla="*/ 0 w 3328416"/>
              <a:gd name="connsiteY7" fmla="*/ 6845 h 3563861"/>
              <a:gd name="connsiteX0" fmla="*/ 0 w 3328416"/>
              <a:gd name="connsiteY0" fmla="*/ 6845 h 3563861"/>
              <a:gd name="connsiteX1" fmla="*/ 1191768 w 3328416"/>
              <a:gd name="connsiteY1" fmla="*/ 0 h 3563861"/>
              <a:gd name="connsiteX2" fmla="*/ 1679448 w 3328416"/>
              <a:gd name="connsiteY2" fmla="*/ 452121 h 3563861"/>
              <a:gd name="connsiteX3" fmla="*/ 2126488 w 3328416"/>
              <a:gd name="connsiteY3" fmla="*/ 1 h 3563861"/>
              <a:gd name="connsiteX4" fmla="*/ 3328416 w 3328416"/>
              <a:gd name="connsiteY4" fmla="*/ 6845 h 3563861"/>
              <a:gd name="connsiteX5" fmla="*/ 3328416 w 3328416"/>
              <a:gd name="connsiteY5" fmla="*/ 3563861 h 3563861"/>
              <a:gd name="connsiteX6" fmla="*/ 0 w 3328416"/>
              <a:gd name="connsiteY6" fmla="*/ 3563861 h 3563861"/>
              <a:gd name="connsiteX7" fmla="*/ 0 w 3328416"/>
              <a:gd name="connsiteY7" fmla="*/ 6845 h 3563861"/>
              <a:gd name="connsiteX0" fmla="*/ 0 w 3328416"/>
              <a:gd name="connsiteY0" fmla="*/ 6845 h 3563861"/>
              <a:gd name="connsiteX1" fmla="*/ 1191768 w 3328416"/>
              <a:gd name="connsiteY1" fmla="*/ 0 h 3563861"/>
              <a:gd name="connsiteX2" fmla="*/ 1679448 w 3328416"/>
              <a:gd name="connsiteY2" fmla="*/ 452121 h 3563861"/>
              <a:gd name="connsiteX3" fmla="*/ 2126488 w 3328416"/>
              <a:gd name="connsiteY3" fmla="*/ 1 h 3563861"/>
              <a:gd name="connsiteX4" fmla="*/ 3328416 w 3328416"/>
              <a:gd name="connsiteY4" fmla="*/ 6845 h 3563861"/>
              <a:gd name="connsiteX5" fmla="*/ 3328416 w 3328416"/>
              <a:gd name="connsiteY5" fmla="*/ 3563861 h 3563861"/>
              <a:gd name="connsiteX6" fmla="*/ 0 w 3328416"/>
              <a:gd name="connsiteY6" fmla="*/ 3563861 h 3563861"/>
              <a:gd name="connsiteX7" fmla="*/ 0 w 3328416"/>
              <a:gd name="connsiteY7" fmla="*/ 6845 h 356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28416" h="3563861">
                <a:moveTo>
                  <a:pt x="0" y="6845"/>
                </a:moveTo>
                <a:lnTo>
                  <a:pt x="1191768" y="0"/>
                </a:lnTo>
                <a:cubicBezTo>
                  <a:pt x="1278636" y="383458"/>
                  <a:pt x="1523661" y="452121"/>
                  <a:pt x="1679448" y="452121"/>
                </a:cubicBezTo>
                <a:cubicBezTo>
                  <a:pt x="1835235" y="452121"/>
                  <a:pt x="2146300" y="265349"/>
                  <a:pt x="2126488" y="1"/>
                </a:cubicBezTo>
                <a:lnTo>
                  <a:pt x="3328416" y="6845"/>
                </a:lnTo>
                <a:lnTo>
                  <a:pt x="3328416" y="3563861"/>
                </a:lnTo>
                <a:lnTo>
                  <a:pt x="0" y="3563861"/>
                </a:lnTo>
                <a:lnTo>
                  <a:pt x="0" y="6845"/>
                </a:lnTo>
                <a:close/>
              </a:path>
            </a:pathLst>
          </a:custGeo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EF54C35-5F8E-4E0A-AB4D-97E38121910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92124" y="4099293"/>
            <a:ext cx="2770632" cy="2206752"/>
          </a:xfrm>
          <a:noFill/>
        </p:spPr>
        <p:txBody>
          <a:bodyPr lIns="91440" rIns="91440" anchor="t">
            <a:norm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139354A0-F5DF-3AC5-5E8B-A41146C26F3C}"/>
              </a:ext>
            </a:extLst>
          </p:cNvPr>
          <p:cNvSpPr>
            <a:spLocks noGrp="1" noChangeAspect="1"/>
          </p:cNvSpPr>
          <p:nvPr>
            <p:ph type="pic" sz="quarter" idx="25" hasCustomPrompt="1"/>
          </p:nvPr>
        </p:nvSpPr>
        <p:spPr>
          <a:xfrm>
            <a:off x="5641848" y="2407653"/>
            <a:ext cx="932688" cy="932688"/>
          </a:xfrm>
          <a:prstGeom prst="ellipse">
            <a:avLst/>
          </a:prstGeom>
          <a:solidFill>
            <a:schemeClr val="accent1"/>
          </a:solidFill>
        </p:spPr>
        <p:txBody>
          <a:bodyPr lIns="91440" tIns="0" rIns="91440" bIns="0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 dirty="0"/>
              <a:t>Picture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84A0326-A0B8-1723-B8BA-B015344F2D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43984" y="2890519"/>
            <a:ext cx="3328416" cy="3558781"/>
          </a:xfrm>
          <a:custGeom>
            <a:avLst/>
            <a:gdLst>
              <a:gd name="connsiteX0" fmla="*/ 0 w 3328416"/>
              <a:gd name="connsiteY0" fmla="*/ 0 h 3557016"/>
              <a:gd name="connsiteX1" fmla="*/ 3328416 w 3328416"/>
              <a:gd name="connsiteY1" fmla="*/ 0 h 3557016"/>
              <a:gd name="connsiteX2" fmla="*/ 3328416 w 3328416"/>
              <a:gd name="connsiteY2" fmla="*/ 3557016 h 3557016"/>
              <a:gd name="connsiteX3" fmla="*/ 0 w 3328416"/>
              <a:gd name="connsiteY3" fmla="*/ 3557016 h 3557016"/>
              <a:gd name="connsiteX4" fmla="*/ 0 w 3328416"/>
              <a:gd name="connsiteY4" fmla="*/ 0 h 3557016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3328416 w 3328416"/>
              <a:gd name="connsiteY2" fmla="*/ 1765 h 3558781"/>
              <a:gd name="connsiteX3" fmla="*/ 3328416 w 3328416"/>
              <a:gd name="connsiteY3" fmla="*/ 3558781 h 3558781"/>
              <a:gd name="connsiteX4" fmla="*/ 0 w 3328416"/>
              <a:gd name="connsiteY4" fmla="*/ 3558781 h 3558781"/>
              <a:gd name="connsiteX5" fmla="*/ 0 w 3328416"/>
              <a:gd name="connsiteY5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2134616 w 3328416"/>
              <a:gd name="connsiteY2" fmla="*/ 1 h 3558781"/>
              <a:gd name="connsiteX3" fmla="*/ 3328416 w 3328416"/>
              <a:gd name="connsiteY3" fmla="*/ 1765 h 3558781"/>
              <a:gd name="connsiteX4" fmla="*/ 3328416 w 3328416"/>
              <a:gd name="connsiteY4" fmla="*/ 3558781 h 3558781"/>
              <a:gd name="connsiteX5" fmla="*/ 0 w 3328416"/>
              <a:gd name="connsiteY5" fmla="*/ 3558781 h 3558781"/>
              <a:gd name="connsiteX6" fmla="*/ 0 w 3328416"/>
              <a:gd name="connsiteY6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7244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7244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7244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7244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7244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6101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6101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6101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6101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6101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6101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6101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  <a:gd name="connsiteX0" fmla="*/ 0 w 3328416"/>
              <a:gd name="connsiteY0" fmla="*/ 1765 h 3558781"/>
              <a:gd name="connsiteX1" fmla="*/ 1189736 w 3328416"/>
              <a:gd name="connsiteY1" fmla="*/ 0 h 3558781"/>
              <a:gd name="connsiteX2" fmla="*/ 1672336 w 3328416"/>
              <a:gd name="connsiteY2" fmla="*/ 461011 h 3558781"/>
              <a:gd name="connsiteX3" fmla="*/ 2134616 w 3328416"/>
              <a:gd name="connsiteY3" fmla="*/ 1 h 3558781"/>
              <a:gd name="connsiteX4" fmla="*/ 3328416 w 3328416"/>
              <a:gd name="connsiteY4" fmla="*/ 1765 h 3558781"/>
              <a:gd name="connsiteX5" fmla="*/ 3328416 w 3328416"/>
              <a:gd name="connsiteY5" fmla="*/ 3558781 h 3558781"/>
              <a:gd name="connsiteX6" fmla="*/ 0 w 3328416"/>
              <a:gd name="connsiteY6" fmla="*/ 3558781 h 3558781"/>
              <a:gd name="connsiteX7" fmla="*/ 0 w 3328416"/>
              <a:gd name="connsiteY7" fmla="*/ 1765 h 35587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28416" h="3558781">
                <a:moveTo>
                  <a:pt x="0" y="1765"/>
                </a:moveTo>
                <a:lnTo>
                  <a:pt x="1189736" y="0"/>
                </a:lnTo>
                <a:cubicBezTo>
                  <a:pt x="1213443" y="191770"/>
                  <a:pt x="1332399" y="417831"/>
                  <a:pt x="1672336" y="461011"/>
                </a:cubicBezTo>
                <a:cubicBezTo>
                  <a:pt x="2024549" y="425451"/>
                  <a:pt x="2136733" y="127001"/>
                  <a:pt x="2134616" y="1"/>
                </a:cubicBezTo>
                <a:lnTo>
                  <a:pt x="3328416" y="1765"/>
                </a:lnTo>
                <a:lnTo>
                  <a:pt x="3328416" y="3558781"/>
                </a:lnTo>
                <a:lnTo>
                  <a:pt x="0" y="3558781"/>
                </a:lnTo>
                <a:lnTo>
                  <a:pt x="0" y="1765"/>
                </a:lnTo>
                <a:close/>
              </a:path>
            </a:pathLst>
          </a:custGeo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0" name="Text Placeholder 51">
            <a:extLst>
              <a:ext uri="{FF2B5EF4-FFF2-40B4-BE49-F238E27FC236}">
                <a16:creationId xmlns:a16="http://schemas.microsoft.com/office/drawing/2014/main" id="{E9730E82-F317-686A-8777-D81705BCC7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22876" y="4099293"/>
            <a:ext cx="2770632" cy="2206752"/>
          </a:xfrm>
          <a:noFill/>
        </p:spPr>
        <p:txBody>
          <a:bodyPr lIns="91440" rIns="91440" anchor="t">
            <a:norm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5" name="Picture Placeholder 62">
            <a:extLst>
              <a:ext uri="{FF2B5EF4-FFF2-40B4-BE49-F238E27FC236}">
                <a16:creationId xmlns:a16="http://schemas.microsoft.com/office/drawing/2014/main" id="{D5BF3A8A-72F1-392E-855B-5B36E244A7F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9290304" y="2407653"/>
            <a:ext cx="932688" cy="932688"/>
          </a:xfrm>
          <a:prstGeom prst="ellipse">
            <a:avLst/>
          </a:prstGeom>
          <a:solidFill>
            <a:schemeClr val="accent4"/>
          </a:solidFill>
        </p:spPr>
        <p:txBody>
          <a:bodyPr lIns="91440" tIns="0" rIns="91440" bIns="0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 dirty="0"/>
              <a:t>Picture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0E3B57F3-1903-446F-D989-D6CA342D08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92440" y="2891789"/>
            <a:ext cx="3328416" cy="3557511"/>
          </a:xfrm>
          <a:custGeom>
            <a:avLst/>
            <a:gdLst>
              <a:gd name="connsiteX0" fmla="*/ 0 w 3328416"/>
              <a:gd name="connsiteY0" fmla="*/ 0 h 3557016"/>
              <a:gd name="connsiteX1" fmla="*/ 3328416 w 3328416"/>
              <a:gd name="connsiteY1" fmla="*/ 0 h 3557016"/>
              <a:gd name="connsiteX2" fmla="*/ 3328416 w 3328416"/>
              <a:gd name="connsiteY2" fmla="*/ 3557016 h 3557016"/>
              <a:gd name="connsiteX3" fmla="*/ 0 w 3328416"/>
              <a:gd name="connsiteY3" fmla="*/ 3557016 h 3557016"/>
              <a:gd name="connsiteX4" fmla="*/ 0 w 3328416"/>
              <a:gd name="connsiteY4" fmla="*/ 0 h 3557016"/>
              <a:gd name="connsiteX0" fmla="*/ 0 w 3328416"/>
              <a:gd name="connsiteY0" fmla="*/ 495 h 3557511"/>
              <a:gd name="connsiteX1" fmla="*/ 1184910 w 3328416"/>
              <a:gd name="connsiteY1" fmla="*/ 0 h 3557511"/>
              <a:gd name="connsiteX2" fmla="*/ 3328416 w 3328416"/>
              <a:gd name="connsiteY2" fmla="*/ 495 h 3557511"/>
              <a:gd name="connsiteX3" fmla="*/ 3328416 w 3328416"/>
              <a:gd name="connsiteY3" fmla="*/ 3557511 h 3557511"/>
              <a:gd name="connsiteX4" fmla="*/ 0 w 3328416"/>
              <a:gd name="connsiteY4" fmla="*/ 3557511 h 3557511"/>
              <a:gd name="connsiteX5" fmla="*/ 0 w 3328416"/>
              <a:gd name="connsiteY5" fmla="*/ 495 h 3557511"/>
              <a:gd name="connsiteX0" fmla="*/ 0 w 3328416"/>
              <a:gd name="connsiteY0" fmla="*/ 495 h 3557511"/>
              <a:gd name="connsiteX1" fmla="*/ 1184910 w 3328416"/>
              <a:gd name="connsiteY1" fmla="*/ 0 h 3557511"/>
              <a:gd name="connsiteX2" fmla="*/ 2133600 w 3328416"/>
              <a:gd name="connsiteY2" fmla="*/ 1 h 3557511"/>
              <a:gd name="connsiteX3" fmla="*/ 3328416 w 3328416"/>
              <a:gd name="connsiteY3" fmla="*/ 495 h 3557511"/>
              <a:gd name="connsiteX4" fmla="*/ 3328416 w 3328416"/>
              <a:gd name="connsiteY4" fmla="*/ 3557511 h 3557511"/>
              <a:gd name="connsiteX5" fmla="*/ 0 w 3328416"/>
              <a:gd name="connsiteY5" fmla="*/ 3557511 h 3557511"/>
              <a:gd name="connsiteX6" fmla="*/ 0 w 3328416"/>
              <a:gd name="connsiteY6" fmla="*/ 495 h 3557511"/>
              <a:gd name="connsiteX0" fmla="*/ 0 w 3328416"/>
              <a:gd name="connsiteY0" fmla="*/ 495 h 3557511"/>
              <a:gd name="connsiteX1" fmla="*/ 1184910 w 3328416"/>
              <a:gd name="connsiteY1" fmla="*/ 0 h 3557511"/>
              <a:gd name="connsiteX2" fmla="*/ 1642110 w 3328416"/>
              <a:gd name="connsiteY2" fmla="*/ 476251 h 3557511"/>
              <a:gd name="connsiteX3" fmla="*/ 2133600 w 3328416"/>
              <a:gd name="connsiteY3" fmla="*/ 1 h 3557511"/>
              <a:gd name="connsiteX4" fmla="*/ 3328416 w 3328416"/>
              <a:gd name="connsiteY4" fmla="*/ 495 h 3557511"/>
              <a:gd name="connsiteX5" fmla="*/ 3328416 w 3328416"/>
              <a:gd name="connsiteY5" fmla="*/ 3557511 h 3557511"/>
              <a:gd name="connsiteX6" fmla="*/ 0 w 3328416"/>
              <a:gd name="connsiteY6" fmla="*/ 3557511 h 3557511"/>
              <a:gd name="connsiteX7" fmla="*/ 0 w 3328416"/>
              <a:gd name="connsiteY7" fmla="*/ 495 h 3557511"/>
              <a:gd name="connsiteX0" fmla="*/ 0 w 3328416"/>
              <a:gd name="connsiteY0" fmla="*/ 495 h 3557511"/>
              <a:gd name="connsiteX1" fmla="*/ 1184910 w 3328416"/>
              <a:gd name="connsiteY1" fmla="*/ 0 h 3557511"/>
              <a:gd name="connsiteX2" fmla="*/ 1672590 w 3328416"/>
              <a:gd name="connsiteY2" fmla="*/ 457201 h 3557511"/>
              <a:gd name="connsiteX3" fmla="*/ 2133600 w 3328416"/>
              <a:gd name="connsiteY3" fmla="*/ 1 h 3557511"/>
              <a:gd name="connsiteX4" fmla="*/ 3328416 w 3328416"/>
              <a:gd name="connsiteY4" fmla="*/ 495 h 3557511"/>
              <a:gd name="connsiteX5" fmla="*/ 3328416 w 3328416"/>
              <a:gd name="connsiteY5" fmla="*/ 3557511 h 3557511"/>
              <a:gd name="connsiteX6" fmla="*/ 0 w 3328416"/>
              <a:gd name="connsiteY6" fmla="*/ 3557511 h 3557511"/>
              <a:gd name="connsiteX7" fmla="*/ 0 w 3328416"/>
              <a:gd name="connsiteY7" fmla="*/ 495 h 3557511"/>
              <a:gd name="connsiteX0" fmla="*/ 0 w 3328416"/>
              <a:gd name="connsiteY0" fmla="*/ 495 h 3557511"/>
              <a:gd name="connsiteX1" fmla="*/ 1184910 w 3328416"/>
              <a:gd name="connsiteY1" fmla="*/ 0 h 3557511"/>
              <a:gd name="connsiteX2" fmla="*/ 1672590 w 3328416"/>
              <a:gd name="connsiteY2" fmla="*/ 457201 h 3557511"/>
              <a:gd name="connsiteX3" fmla="*/ 2133600 w 3328416"/>
              <a:gd name="connsiteY3" fmla="*/ 1 h 3557511"/>
              <a:gd name="connsiteX4" fmla="*/ 3328416 w 3328416"/>
              <a:gd name="connsiteY4" fmla="*/ 495 h 3557511"/>
              <a:gd name="connsiteX5" fmla="*/ 3328416 w 3328416"/>
              <a:gd name="connsiteY5" fmla="*/ 3557511 h 3557511"/>
              <a:gd name="connsiteX6" fmla="*/ 0 w 3328416"/>
              <a:gd name="connsiteY6" fmla="*/ 3557511 h 3557511"/>
              <a:gd name="connsiteX7" fmla="*/ 0 w 3328416"/>
              <a:gd name="connsiteY7" fmla="*/ 495 h 3557511"/>
              <a:gd name="connsiteX0" fmla="*/ 0 w 3328416"/>
              <a:gd name="connsiteY0" fmla="*/ 495 h 3557511"/>
              <a:gd name="connsiteX1" fmla="*/ 1184910 w 3328416"/>
              <a:gd name="connsiteY1" fmla="*/ 0 h 3557511"/>
              <a:gd name="connsiteX2" fmla="*/ 1672590 w 3328416"/>
              <a:gd name="connsiteY2" fmla="*/ 457201 h 3557511"/>
              <a:gd name="connsiteX3" fmla="*/ 2133600 w 3328416"/>
              <a:gd name="connsiteY3" fmla="*/ 1 h 3557511"/>
              <a:gd name="connsiteX4" fmla="*/ 3328416 w 3328416"/>
              <a:gd name="connsiteY4" fmla="*/ 495 h 3557511"/>
              <a:gd name="connsiteX5" fmla="*/ 3328416 w 3328416"/>
              <a:gd name="connsiteY5" fmla="*/ 3557511 h 3557511"/>
              <a:gd name="connsiteX6" fmla="*/ 0 w 3328416"/>
              <a:gd name="connsiteY6" fmla="*/ 3557511 h 3557511"/>
              <a:gd name="connsiteX7" fmla="*/ 0 w 3328416"/>
              <a:gd name="connsiteY7" fmla="*/ 495 h 3557511"/>
              <a:gd name="connsiteX0" fmla="*/ 0 w 3328416"/>
              <a:gd name="connsiteY0" fmla="*/ 495 h 3557511"/>
              <a:gd name="connsiteX1" fmla="*/ 1184910 w 3328416"/>
              <a:gd name="connsiteY1" fmla="*/ 0 h 3557511"/>
              <a:gd name="connsiteX2" fmla="*/ 1672590 w 3328416"/>
              <a:gd name="connsiteY2" fmla="*/ 457201 h 3557511"/>
              <a:gd name="connsiteX3" fmla="*/ 2133600 w 3328416"/>
              <a:gd name="connsiteY3" fmla="*/ 1 h 3557511"/>
              <a:gd name="connsiteX4" fmla="*/ 3328416 w 3328416"/>
              <a:gd name="connsiteY4" fmla="*/ 495 h 3557511"/>
              <a:gd name="connsiteX5" fmla="*/ 3328416 w 3328416"/>
              <a:gd name="connsiteY5" fmla="*/ 3557511 h 3557511"/>
              <a:gd name="connsiteX6" fmla="*/ 0 w 3328416"/>
              <a:gd name="connsiteY6" fmla="*/ 3557511 h 3557511"/>
              <a:gd name="connsiteX7" fmla="*/ 0 w 3328416"/>
              <a:gd name="connsiteY7" fmla="*/ 495 h 3557511"/>
              <a:gd name="connsiteX0" fmla="*/ 0 w 3328416"/>
              <a:gd name="connsiteY0" fmla="*/ 495 h 3557511"/>
              <a:gd name="connsiteX1" fmla="*/ 1184910 w 3328416"/>
              <a:gd name="connsiteY1" fmla="*/ 0 h 3557511"/>
              <a:gd name="connsiteX2" fmla="*/ 1672590 w 3328416"/>
              <a:gd name="connsiteY2" fmla="*/ 457201 h 3557511"/>
              <a:gd name="connsiteX3" fmla="*/ 2133600 w 3328416"/>
              <a:gd name="connsiteY3" fmla="*/ 1 h 3557511"/>
              <a:gd name="connsiteX4" fmla="*/ 3328416 w 3328416"/>
              <a:gd name="connsiteY4" fmla="*/ 495 h 3557511"/>
              <a:gd name="connsiteX5" fmla="*/ 3328416 w 3328416"/>
              <a:gd name="connsiteY5" fmla="*/ 3557511 h 3557511"/>
              <a:gd name="connsiteX6" fmla="*/ 0 w 3328416"/>
              <a:gd name="connsiteY6" fmla="*/ 3557511 h 3557511"/>
              <a:gd name="connsiteX7" fmla="*/ 0 w 3328416"/>
              <a:gd name="connsiteY7" fmla="*/ 495 h 3557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28416" h="3557511">
                <a:moveTo>
                  <a:pt x="0" y="495"/>
                </a:moveTo>
                <a:lnTo>
                  <a:pt x="1184910" y="0"/>
                </a:lnTo>
                <a:cubicBezTo>
                  <a:pt x="1215390" y="266700"/>
                  <a:pt x="1375410" y="415291"/>
                  <a:pt x="1672590" y="457201"/>
                </a:cubicBezTo>
                <a:cubicBezTo>
                  <a:pt x="2032000" y="411481"/>
                  <a:pt x="2098040" y="179071"/>
                  <a:pt x="2133600" y="1"/>
                </a:cubicBezTo>
                <a:lnTo>
                  <a:pt x="3328416" y="495"/>
                </a:lnTo>
                <a:lnTo>
                  <a:pt x="3328416" y="3557511"/>
                </a:lnTo>
                <a:lnTo>
                  <a:pt x="0" y="3557511"/>
                </a:lnTo>
                <a:lnTo>
                  <a:pt x="0" y="495"/>
                </a:lnTo>
                <a:close/>
              </a:path>
            </a:pathLst>
          </a:custGeom>
          <a:noFill/>
          <a:ln w="12700">
            <a:solidFill>
              <a:schemeClr val="accent4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2AED5DDC-3165-FA12-0310-E3545223E2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71332" y="4099293"/>
            <a:ext cx="2770632" cy="2206752"/>
          </a:xfrm>
          <a:noFill/>
        </p:spPr>
        <p:txBody>
          <a:bodyPr lIns="91440" rIns="91440" anchor="t">
            <a:norm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4CA3ED5-BEA8-79A4-A782-B2CDF23DA49B}"/>
              </a:ext>
            </a:extLst>
          </p:cNvPr>
          <p:cNvSpPr>
            <a:spLocks noChangeAspect="1"/>
          </p:cNvSpPr>
          <p:nvPr userDrawn="1"/>
        </p:nvSpPr>
        <p:spPr>
          <a:xfrm>
            <a:off x="1911096" y="2409684"/>
            <a:ext cx="932688" cy="932688"/>
          </a:xfrm>
          <a:prstGeom prst="ellipse">
            <a:avLst/>
          </a:prstGeom>
          <a:noFill/>
          <a:ln w="2857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78A295-1123-7741-FF14-7A34BF88FADA}"/>
              </a:ext>
            </a:extLst>
          </p:cNvPr>
          <p:cNvSpPr>
            <a:spLocks noChangeAspect="1"/>
          </p:cNvSpPr>
          <p:nvPr userDrawn="1"/>
        </p:nvSpPr>
        <p:spPr>
          <a:xfrm>
            <a:off x="5642356" y="2407653"/>
            <a:ext cx="932688" cy="93268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8CFDE8A-AB48-8603-AAE2-E2C68488105C}"/>
              </a:ext>
            </a:extLst>
          </p:cNvPr>
          <p:cNvSpPr>
            <a:spLocks noChangeAspect="1"/>
          </p:cNvSpPr>
          <p:nvPr userDrawn="1"/>
        </p:nvSpPr>
        <p:spPr>
          <a:xfrm>
            <a:off x="9289796" y="2412733"/>
            <a:ext cx="932688" cy="932688"/>
          </a:xfrm>
          <a:prstGeom prst="ellipse">
            <a:avLst/>
          </a:pr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9541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mage 0">
            <a:extLst>
              <a:ext uri="{FF2B5EF4-FFF2-40B4-BE49-F238E27FC236}">
                <a16:creationId xmlns:a16="http://schemas.microsoft.com/office/drawing/2014/main" id="{8D5D10FF-3DE5-39CA-FA9A-29A09DC47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BFA89E6A-8342-AE30-45E0-BC1DFE3276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08309FA-889A-E2F2-1EDA-F872245F5F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Image 5">
            <a:extLst>
              <a:ext uri="{FF2B5EF4-FFF2-40B4-BE49-F238E27FC236}">
                <a16:creationId xmlns:a16="http://schemas.microsoft.com/office/drawing/2014/main" id="{D9D7EB49-4BC9-040F-C4CC-5771C5FB3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7" name="Image 6">
            <a:extLst>
              <a:ext uri="{FF2B5EF4-FFF2-40B4-BE49-F238E27FC236}">
                <a16:creationId xmlns:a16="http://schemas.microsoft.com/office/drawing/2014/main" id="{3CE04498-C285-EFB8-340C-1A0640781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8" name="Title 19">
            <a:extLst>
              <a:ext uri="{FF2B5EF4-FFF2-40B4-BE49-F238E27FC236}">
                <a16:creationId xmlns:a16="http://schemas.microsoft.com/office/drawing/2014/main" id="{9CBE0ADC-7FA0-F7E3-96EF-BBACB6A907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85032" y="755374"/>
            <a:ext cx="7740995" cy="1500145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F9C0517-D83A-CC55-35B8-B2F990C96D3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685032" y="2305215"/>
            <a:ext cx="3741928" cy="4306380"/>
          </a:xfrm>
        </p:spPr>
        <p:txBody>
          <a:bodyPr lIns="45720" rIns="45720" bIns="45720">
            <a:norm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CF8BFBBE-0EAE-B647-2648-A5FB0094BF6B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684539" y="2305215"/>
            <a:ext cx="3741928" cy="4306380"/>
          </a:xfrm>
        </p:spPr>
        <p:txBody>
          <a:bodyPr lIns="45720" rIns="45720" bIns="45720">
            <a:norm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083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52CE34-33C6-9D28-250C-A581E648B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1CD64-861D-FDB0-19CD-07C6CD941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C15F8-4571-40D1-87CE-0FE715E17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10/30/2023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AC859-B973-1FEF-B280-A691F38245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7FCB7-46F9-AE27-1AA6-DB461C454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674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664" r:id="rId16"/>
    <p:sldLayoutId id="2147483673" r:id="rId17"/>
    <p:sldLayoutId id="2147483670" r:id="rId18"/>
    <p:sldLayoutId id="2147483671" r:id="rId19"/>
    <p:sldLayoutId id="2147483655" r:id="rId20"/>
    <p:sldLayoutId id="2147483674" r:id="rId21"/>
    <p:sldLayoutId id="2147483654" r:id="rId2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860D9-9D47-C0BB-B2B4-4B6F2B36CF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TRIVIA 101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C1060B-300F-3CE3-E5AA-D8E29791C9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Ulemu </a:t>
            </a:r>
            <a:r>
              <a:rPr lang="en-US" dirty="0" err="1"/>
              <a:t>Mwenye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1568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565E9-D88A-55D3-9D42-BD1C24B6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Project description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F66E5-D2D7-172B-46BA-FEBFE092C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116" y="1981200"/>
            <a:ext cx="9187434" cy="3767837"/>
          </a:xfrm>
        </p:spPr>
        <p:txBody>
          <a:bodyPr>
            <a:normAutofit/>
          </a:bodyPr>
          <a:lstStyle/>
          <a:p>
            <a:r>
              <a:rPr lang="en-US" dirty="0"/>
              <a:t>The Trivia Quiz Game offers an engaging opportunity to put your knowledge to the test while enjoying a rewarding and entertaining experience. Created with the intention of challenging individuals and promoting continuous learning, the game provides a diverse range of categories for users to select and play from. Explore and expand your knowledge in an interactive and enjoyable manner.</a:t>
            </a:r>
          </a:p>
        </p:txBody>
      </p:sp>
    </p:spTree>
    <p:extLst>
      <p:ext uri="{BB962C8B-B14F-4D97-AF65-F5344CB8AC3E}">
        <p14:creationId xmlns:p14="http://schemas.microsoft.com/office/powerpoint/2010/main" val="3855531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40BC6-9DA0-FB4D-8879-DC8B3958C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3575" y="457200"/>
            <a:ext cx="7507507" cy="1020726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Technical Overview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B8C4B-3A3C-9FD1-59FB-1666C1F09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845" y="1323474"/>
            <a:ext cx="6766560" cy="4559968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2060"/>
                </a:solidFill>
              </a:rPr>
              <a:t>Architecture:</a:t>
            </a:r>
            <a:endParaRPr lang="en-US" sz="1400" dirty="0">
              <a:solidFill>
                <a:srgbClr val="00206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</a:rPr>
              <a:t>High-level design.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</a:rPr>
              <a:t>Frontend-backend separation.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2060"/>
                </a:solidFill>
              </a:rPr>
              <a:t>Frontend:</a:t>
            </a:r>
            <a:endParaRPr lang="en-US" sz="1400" dirty="0">
              <a:solidFill>
                <a:srgbClr val="00206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</a:rPr>
              <a:t>HTML, CSS, and JavaScript.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</a:rPr>
              <a:t>Responsive design.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2060"/>
                </a:solidFill>
              </a:rPr>
              <a:t>Backend (Future):</a:t>
            </a:r>
            <a:endParaRPr lang="en-US" sz="1400" dirty="0">
              <a:solidFill>
                <a:srgbClr val="00206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</a:rPr>
              <a:t>The program appears to be primarily a frontend web application that relies on client-side technologies.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2060"/>
                </a:solidFill>
              </a:rPr>
              <a:t>User Interface:</a:t>
            </a:r>
            <a:endParaRPr lang="en-US" sz="1400" dirty="0">
              <a:solidFill>
                <a:srgbClr val="00206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</a:rPr>
              <a:t>Basic security measures implemented.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</a:rPr>
              <a:t>Ongoing development for advanced security.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2060"/>
                </a:solidFill>
              </a:rPr>
              <a:t>Scalability:</a:t>
            </a:r>
            <a:endParaRPr lang="en-US" sz="1400" dirty="0">
              <a:solidFill>
                <a:srgbClr val="00206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</a:rPr>
              <a:t>Prepared for potential scalability.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</a:rPr>
              <a:t>Strategy for handling increased traffic.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3571BF2-FCCE-E7A0-736D-9168D2BBF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FC3FD3F-45EE-74E3-AD64-441303B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9622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D87BEA0-C235-C85C-F95A-0CFE6348E4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487" y="0"/>
            <a:ext cx="49630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46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814" y="478465"/>
            <a:ext cx="10451804" cy="590896"/>
          </a:xfrm>
        </p:spPr>
        <p:txBody>
          <a:bodyPr>
            <a:normAutofit fontScale="90000"/>
          </a:bodyPr>
          <a:lstStyle/>
          <a:p>
            <a:r>
              <a:rPr lang="en-US" sz="4000" b="1" dirty="0"/>
              <a:t> Achievements and Challenges</a:t>
            </a:r>
            <a:endParaRPr lang="en-US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339BF-E6D7-DD0E-AF02-6813852EE7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5033" y="1158949"/>
            <a:ext cx="10558129" cy="5539563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1600" b="1" dirty="0"/>
              <a:t>Successes: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Functional Quiz App</a:t>
            </a:r>
            <a:r>
              <a:rPr lang="en-US" sz="1600" dirty="0">
                <a:solidFill>
                  <a:srgbClr val="002060"/>
                </a:solidFill>
              </a:rPr>
              <a:t>: </a:t>
            </a:r>
            <a:r>
              <a:rPr lang="en-US" sz="1600" dirty="0" err="1">
                <a:solidFill>
                  <a:srgbClr val="002060"/>
                </a:solidFill>
              </a:rPr>
              <a:t>i</a:t>
            </a:r>
            <a:r>
              <a:rPr lang="en-US" sz="1600" dirty="0">
                <a:solidFill>
                  <a:srgbClr val="002060"/>
                </a:solidFill>
              </a:rPr>
              <a:t> successfully created a functional quiz application where users can test their knowledge.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Responsive Design: </a:t>
            </a:r>
            <a:r>
              <a:rPr lang="en-US" sz="1600" dirty="0">
                <a:solidFill>
                  <a:srgbClr val="002060"/>
                </a:solidFill>
              </a:rPr>
              <a:t>The app offers a seamless experience on various browsers due to its responsive design.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High Scores: </a:t>
            </a:r>
            <a:r>
              <a:rPr lang="en-US" sz="1600" dirty="0">
                <a:solidFill>
                  <a:srgbClr val="002060"/>
                </a:solidFill>
              </a:rPr>
              <a:t>Implemented a high score feature where users can submit their scores and compete with others.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User-Friendly </a:t>
            </a:r>
            <a:r>
              <a:rPr lang="en-US" sz="1600" dirty="0">
                <a:solidFill>
                  <a:srgbClr val="002060"/>
                </a:solidFill>
              </a:rPr>
              <a:t>UI: Designed an intuitive and user-friendly interface for a positive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Local Storage: </a:t>
            </a:r>
            <a:r>
              <a:rPr lang="en-US" sz="1600" dirty="0">
                <a:solidFill>
                  <a:srgbClr val="002060"/>
                </a:solidFill>
              </a:rPr>
              <a:t>Successfully used local storage to store high scores securely.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Clear Code: </a:t>
            </a:r>
            <a:r>
              <a:rPr lang="en-US" sz="1600" dirty="0">
                <a:solidFill>
                  <a:srgbClr val="002060"/>
                </a:solidFill>
              </a:rPr>
              <a:t>Maintained well-structured and readable code for ease of maintenance and collaboration.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API</a:t>
            </a:r>
            <a:r>
              <a:rPr lang="en-US" sz="1600" dirty="0">
                <a:solidFill>
                  <a:srgbClr val="002060"/>
                </a:solidFill>
              </a:rPr>
              <a:t>: THE API provides a constant update on question so it never repeats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1" dirty="0"/>
              <a:t>Challenges:</a:t>
            </a:r>
            <a:endParaRPr lang="en-US" sz="1400" dirty="0">
              <a:solidFill>
                <a:srgbClr val="00206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Backend Development:</a:t>
            </a:r>
            <a:r>
              <a:rPr lang="en-US" sz="1600" dirty="0">
                <a:solidFill>
                  <a:srgbClr val="002060"/>
                </a:solidFill>
              </a:rPr>
              <a:t> A backend for additional features and more secure data storage remains a pending challenge.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Randomized Questions:</a:t>
            </a:r>
            <a:r>
              <a:rPr lang="en-US" sz="1600" dirty="0">
                <a:solidFill>
                  <a:srgbClr val="002060"/>
                </a:solidFill>
              </a:rPr>
              <a:t> Implementing randomized questions and answer options was challenging but vital to the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Advanced Security:</a:t>
            </a:r>
            <a:r>
              <a:rPr lang="en-US" sz="1600" dirty="0">
                <a:solidFill>
                  <a:srgbClr val="002060"/>
                </a:solidFill>
              </a:rPr>
              <a:t> While basic security measures are in place, enhancing security is an ongoing challenge.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Database Integration:</a:t>
            </a:r>
            <a:r>
              <a:rPr lang="en-US" sz="1600" dirty="0">
                <a:solidFill>
                  <a:srgbClr val="002060"/>
                </a:solidFill>
              </a:rPr>
              <a:t> As </a:t>
            </a:r>
            <a:r>
              <a:rPr lang="en-US" sz="1600" dirty="0" err="1">
                <a:solidFill>
                  <a:srgbClr val="002060"/>
                </a:solidFill>
              </a:rPr>
              <a:t>i</a:t>
            </a:r>
            <a:r>
              <a:rPr lang="en-US" sz="1600" dirty="0">
                <a:solidFill>
                  <a:srgbClr val="002060"/>
                </a:solidFill>
              </a:rPr>
              <a:t> plan for scalability, integrating a robust database system is an upcoming challenge.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02060"/>
                </a:solidFill>
              </a:rPr>
              <a:t>Scalability:</a:t>
            </a:r>
            <a:r>
              <a:rPr lang="en-US" sz="1600" dirty="0">
                <a:solidFill>
                  <a:srgbClr val="002060"/>
                </a:solidFill>
              </a:rPr>
              <a:t> We need to ensure that the app can handle increased traffic without performance issues.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B311B-3177-0658-3585-6639F26A9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Challenges Faced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A122237-B06F-5E42-B051-D7859FC21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ECF22D2-2B16-C40D-AA90-609B5CD08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DFD5F2-9322-7877-E06E-EF25390FAC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 course, no project is without its challenges. </a:t>
            </a:r>
            <a:r>
              <a:rPr lang="en-US" dirty="0" err="1"/>
              <a:t>i</a:t>
            </a:r>
            <a:r>
              <a:rPr lang="en-US" dirty="0"/>
              <a:t> faced a few hurdles, including: Ensuring cross-browser compatibility.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Managing time to finish the project due to 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Managing the </a:t>
            </a:r>
            <a:r>
              <a:rPr lang="en-US" dirty="0" err="1"/>
              <a:t>the</a:t>
            </a:r>
            <a:r>
              <a:rPr lang="en-US" dirty="0"/>
              <a:t> scoreboard.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Implementing data persistence for high scores.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474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1121" y="1344405"/>
            <a:ext cx="6984906" cy="629362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Areas for Improvement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BBD890-6A99-C160-C084-2916E23107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3493" y="2765502"/>
            <a:ext cx="8530683" cy="349033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I believe in continuous improvement. Here are areas we're looking to enhance: Exploring multiplayer modes for more interaction.</a:t>
            </a:r>
          </a:p>
          <a:p>
            <a:endParaRPr lang="en-US" sz="2000" dirty="0">
              <a:solidFill>
                <a:srgbClr val="00206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Expanding the number of quiz categories.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Providing more detailed feedback for a richer user experience.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Developing a proper backend interface for easier management </a:t>
            </a:r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C09F16-6D23-666F-6800-8FC697831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 </a:t>
            </a:r>
            <a:br>
              <a:rPr lang="en-US" b="1" dirty="0"/>
            </a:br>
            <a:r>
              <a:rPr lang="en-US" b="1" dirty="0" err="1"/>
              <a:t>github</a:t>
            </a:r>
            <a:r>
              <a:rPr lang="en-US" b="1" dirty="0"/>
              <a:t> link</a:t>
            </a:r>
            <a:br>
              <a:rPr lang="en-US" b="1" dirty="0"/>
            </a:br>
            <a:br>
              <a:rPr lang="en-US" b="1" dirty="0"/>
            </a:br>
            <a:r>
              <a:rPr lang="en-US" b="1" dirty="0"/>
              <a:t>https://github.com/ulemumwenye/trivia101.git</a:t>
            </a:r>
            <a:endParaRPr lang="en-US" dirty="0"/>
          </a:p>
        </p:txBody>
      </p:sp>
      <p:sp>
        <p:nvSpPr>
          <p:cNvPr id="74" name="Slide Number Placeholder 73">
            <a:extLst>
              <a:ext uri="{FF2B5EF4-FFF2-40B4-BE49-F238E27FC236}">
                <a16:creationId xmlns:a16="http://schemas.microsoft.com/office/drawing/2014/main" id="{B964C6B0-844C-A964-2B74-46CF893E1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1930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117FA41-AE03-4A0A-A9B0-817CABD0947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2D6F65D-59DB-459C-812A-E954DE5F05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4D542F6-3184-4387-BE39-8DA735EB550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1767</TotalTime>
  <Words>465</Words>
  <Application>Microsoft Office PowerPoint</Application>
  <PresentationFormat>Widescreen</PresentationFormat>
  <Paragraphs>52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TRIVIA 101</vt:lpstr>
      <vt:lpstr>Project description </vt:lpstr>
      <vt:lpstr>Technical Overview</vt:lpstr>
      <vt:lpstr>PowerPoint Presentation</vt:lpstr>
      <vt:lpstr> Achievements and Challenges</vt:lpstr>
      <vt:lpstr>Challenges Faced</vt:lpstr>
      <vt:lpstr>Areas for Improvement</vt:lpstr>
      <vt:lpstr>  github link  https://github.com/ulemumwenye/trivia101.git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subject/>
  <dc:creator>ulemu</dc:creator>
  <cp:lastModifiedBy>ulemu</cp:lastModifiedBy>
  <cp:revision>11</cp:revision>
  <dcterms:created xsi:type="dcterms:W3CDTF">2023-10-17T06:45:35Z</dcterms:created>
  <dcterms:modified xsi:type="dcterms:W3CDTF">2023-10-31T09:43:08Z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